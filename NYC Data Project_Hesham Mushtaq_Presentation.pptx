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embeddedFontLst>
    <p:embeddedFont>
      <p:font typeface="Inter" panose="020B060402020202020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2AD74E-198E-481B-9957-9AAFB6DA0A3A}">
  <a:tblStyle styleId="{D72AD74E-198E-481B-9957-9AAFB6DA0A3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1020" y="4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3af71653ca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9" name="Google Shape;359;g3af71653ca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af71653caa_0_3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3af71653caa_0_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af71653caa_0_9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5" name="Google Shape;375;g3af71653caa_0_9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af71653caa_0_10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3af71653caa_0_10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g3af71653caa_0_9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2" name="Google Shape;392;g3af71653caa_0_9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Insert schema design here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af7b4e1fca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3af7b4e1fca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g3af71653caa_0_10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1" name="Google Shape;411;g3af71653caa_0_10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Insert schema design here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3af71653caa_0_1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0" name="Google Shape;420;g3af71653caa_0_1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af71653caa_0_11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3af71653caa_0_1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 Alt 1">
  <p:cSld name="BLANK_1_1">
    <p:spTree>
      <p:nvGrpSpPr>
        <p:cNvPr id="1" name="Shape 13"/>
        <p:cNvGrpSpPr/>
        <p:nvPr/>
      </p:nvGrpSpPr>
      <p:grpSpPr>
        <a:xfrm>
          <a:off x="0" y="0"/>
          <a:ext cx="0" cy="0"/>
          <a:chOff x="0" y="0"/>
          <a:chExt cx="0" cy="0"/>
        </a:xfrm>
      </p:grpSpPr>
      <p:sp>
        <p:nvSpPr>
          <p:cNvPr id="14" name="Google Shape;14;p2"/>
          <p:cNvSpPr txBox="1">
            <a:spLocks noGrp="1"/>
          </p:cNvSpPr>
          <p:nvPr>
            <p:ph type="title"/>
          </p:nvPr>
        </p:nvSpPr>
        <p:spPr>
          <a:xfrm>
            <a:off x="284850" y="474875"/>
            <a:ext cx="4227300" cy="1154700"/>
          </a:xfrm>
          <a:prstGeom prst="rect">
            <a:avLst/>
          </a:prstGeom>
        </p:spPr>
        <p:txBody>
          <a:bodyPr spcFirstLastPara="1" wrap="square" lIns="0" tIns="0" rIns="0" bIns="0" anchor="t" anchorCtr="0">
            <a:no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15" name="Google Shape;15;p2"/>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2"/>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2"/>
          <p:cNvSpPr txBox="1">
            <a:spLocks noGrp="1"/>
          </p:cNvSpPr>
          <p:nvPr>
            <p:ph type="body" idx="1"/>
          </p:nvPr>
        </p:nvSpPr>
        <p:spPr>
          <a:xfrm>
            <a:off x="4629550" y="3479875"/>
            <a:ext cx="4227300" cy="923400"/>
          </a:xfrm>
          <a:prstGeom prst="rect">
            <a:avLst/>
          </a:prstGeom>
        </p:spPr>
        <p:txBody>
          <a:bodyPr spcFirstLastPara="1" wrap="square" lIns="182875" tIns="91425" rIns="182875" bIns="91425" anchor="t" anchorCtr="0">
            <a:noAutofit/>
          </a:bodyPr>
          <a:lstStyle>
            <a:lvl1pPr marL="457200" lvl="0" indent="-304800">
              <a:lnSpc>
                <a:spcPct val="100000"/>
              </a:lnSpc>
              <a:spcBef>
                <a:spcPts val="0"/>
              </a:spcBef>
              <a:spcAft>
                <a:spcPts val="0"/>
              </a:spcAft>
              <a:buSzPts val="1200"/>
              <a:buChar char="●"/>
              <a:defRPr/>
            </a:lvl1pPr>
            <a:lvl2pPr marL="914400" lvl="1" indent="-304800">
              <a:lnSpc>
                <a:spcPct val="100000"/>
              </a:lnSpc>
              <a:spcBef>
                <a:spcPts val="0"/>
              </a:spcBef>
              <a:spcAft>
                <a:spcPts val="0"/>
              </a:spcAft>
              <a:buSzPts val="1200"/>
              <a:buChar char="○"/>
              <a:defRPr/>
            </a:lvl2pPr>
            <a:lvl3pPr marL="1371600" lvl="2" indent="-304800">
              <a:lnSpc>
                <a:spcPct val="100000"/>
              </a:lnSpc>
              <a:spcBef>
                <a:spcPts val="0"/>
              </a:spcBef>
              <a:spcAft>
                <a:spcPts val="0"/>
              </a:spcAft>
              <a:buSzPts val="1200"/>
              <a:buChar char="■"/>
              <a:defRPr/>
            </a:lvl3pPr>
            <a:lvl4pPr marL="1828800" lvl="3" indent="-304800">
              <a:lnSpc>
                <a:spcPct val="100000"/>
              </a:lnSpc>
              <a:spcBef>
                <a:spcPts val="0"/>
              </a:spcBef>
              <a:spcAft>
                <a:spcPts val="0"/>
              </a:spcAft>
              <a:buSzPts val="1200"/>
              <a:buChar char="●"/>
              <a:defRPr/>
            </a:lvl4pPr>
            <a:lvl5pPr marL="2286000" lvl="4" indent="-304800">
              <a:lnSpc>
                <a:spcPct val="100000"/>
              </a:lnSpc>
              <a:spcBef>
                <a:spcPts val="0"/>
              </a:spcBef>
              <a:spcAft>
                <a:spcPts val="0"/>
              </a:spcAft>
              <a:buSzPts val="1200"/>
              <a:buChar char="○"/>
              <a:defRPr/>
            </a:lvl5pPr>
            <a:lvl6pPr marL="2743200" lvl="5" indent="-304800">
              <a:lnSpc>
                <a:spcPct val="100000"/>
              </a:lnSpc>
              <a:spcBef>
                <a:spcPts val="0"/>
              </a:spcBef>
              <a:spcAft>
                <a:spcPts val="0"/>
              </a:spcAft>
              <a:buSzPts val="1200"/>
              <a:buChar char="■"/>
              <a:defRPr/>
            </a:lvl6pPr>
            <a:lvl7pPr marL="3200400" lvl="6" indent="-304800">
              <a:lnSpc>
                <a:spcPct val="100000"/>
              </a:lnSpc>
              <a:spcBef>
                <a:spcPts val="0"/>
              </a:spcBef>
              <a:spcAft>
                <a:spcPts val="0"/>
              </a:spcAft>
              <a:buSzPts val="1200"/>
              <a:buChar char="●"/>
              <a:defRPr/>
            </a:lvl7pPr>
            <a:lvl8pPr marL="3657600" lvl="7" indent="-304800">
              <a:lnSpc>
                <a:spcPct val="100000"/>
              </a:lnSpc>
              <a:spcBef>
                <a:spcPts val="0"/>
              </a:spcBef>
              <a:spcAft>
                <a:spcPts val="0"/>
              </a:spcAft>
              <a:buSzPts val="1200"/>
              <a:buChar char="○"/>
              <a:defRPr/>
            </a:lvl8pPr>
            <a:lvl9pPr marL="4114800" lvl="8" indent="-304800">
              <a:lnSpc>
                <a:spcPct val="100000"/>
              </a:lnSpc>
              <a:spcBef>
                <a:spcPts val="0"/>
              </a:spcBef>
              <a:spcAft>
                <a:spcPts val="0"/>
              </a:spcAft>
              <a:buSzPts val="1200"/>
              <a:buChar char="■"/>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 Alt 2">
  <p:cSld name="BLANK_1_1_1_1_2">
    <p:bg>
      <p:bgPr>
        <a:solidFill>
          <a:schemeClr val="accent1"/>
        </a:solidFill>
        <a:effectLst/>
      </p:bgPr>
    </p:bg>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21" name="Google Shape;21;p3"/>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marL="0" lvl="0" indent="0" algn="r" rtl="0">
              <a:spcBef>
                <a:spcPts val="0"/>
              </a:spcBef>
              <a:spcAft>
                <a:spcPts val="0"/>
              </a:spcAft>
              <a:buNone/>
            </a:pPr>
            <a:fld id="{00000000-1234-1234-1234-123412341234}" type="slidenum">
              <a:rPr lang="en"/>
              <a:t>‹#›</a:t>
            </a:fld>
            <a:endParaRPr/>
          </a:p>
        </p:txBody>
      </p:sp>
      <p:sp>
        <p:nvSpPr>
          <p:cNvPr id="22" name="Google Shape;22;p3"/>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 Alt 3">
  <p:cSld name="BLANK_1_1_1_1_2_1">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26" name="Google Shape;26;p4"/>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lvl1pPr>
            <a:lvl2pPr lvl="1" algn="r">
              <a:buNone/>
              <a:defRPr/>
            </a:lvl2pPr>
            <a:lvl3pPr lvl="2" algn="r">
              <a:buNone/>
              <a:defRPr/>
            </a:lvl3pPr>
            <a:lvl4pPr lvl="3" algn="r">
              <a:buNone/>
              <a:defRPr/>
            </a:lvl4pPr>
            <a:lvl5pPr lvl="4" algn="r">
              <a:buNone/>
              <a:defRPr/>
            </a:lvl5pPr>
            <a:lvl6pPr lvl="5" algn="r">
              <a:buNone/>
              <a:defRPr/>
            </a:lvl6pPr>
            <a:lvl7pPr lvl="6" algn="r">
              <a:buNone/>
              <a:defRPr/>
            </a:lvl7pPr>
            <a:lvl8pPr lvl="7" algn="r">
              <a:buNone/>
              <a:defRPr/>
            </a:lvl8pPr>
            <a:lvl9pPr lvl="8" algn="r">
              <a:buNone/>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4"/>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4"/>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 Alt 4">
  <p:cSld name="BLANK_1_1_1_1_2_1_1">
    <p:bg>
      <p:bgPr>
        <a:solidFill>
          <a:schemeClr val="lt1"/>
        </a:solid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284850" y="285900"/>
            <a:ext cx="6423900" cy="587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cxnSp>
        <p:nvCxnSpPr>
          <p:cNvPr id="31" name="Google Shape;31;p5"/>
          <p:cNvCxnSpPr/>
          <p:nvPr/>
        </p:nvCxnSpPr>
        <p:spPr>
          <a:xfrm>
            <a:off x="283850" y="4683734"/>
            <a:ext cx="8573100" cy="0"/>
          </a:xfrm>
          <a:prstGeom prst="straightConnector1">
            <a:avLst/>
          </a:prstGeom>
          <a:noFill/>
          <a:ln w="9525" cap="flat" cmpd="sng">
            <a:solidFill>
              <a:schemeClr val="dk1"/>
            </a:solidFill>
            <a:prstDash val="solid"/>
            <a:round/>
            <a:headEnd type="none" w="med" len="med"/>
            <a:tailEnd type="none" w="med" len="med"/>
          </a:ln>
        </p:spPr>
      </p:cxnSp>
      <p:sp>
        <p:nvSpPr>
          <p:cNvPr id="32" name="Google Shape;32;p5"/>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5"/>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34" name="Google Shape;34;p5"/>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 Alt 1">
  <p:cSld name="BLANK_1_1_1_1_1_1_1">
    <p:bg>
      <p:bgPr>
        <a:solidFill>
          <a:schemeClr val="lt1"/>
        </a:solidFill>
        <a:effectLst/>
      </p:bgPr>
    </p:bg>
    <p:spTree>
      <p:nvGrpSpPr>
        <p:cNvPr id="1" name="Shape 35"/>
        <p:cNvGrpSpPr/>
        <p:nvPr/>
      </p:nvGrpSpPr>
      <p:grpSpPr>
        <a:xfrm>
          <a:off x="0" y="0"/>
          <a:ext cx="0" cy="0"/>
          <a:chOff x="0" y="0"/>
          <a:chExt cx="0" cy="0"/>
        </a:xfrm>
      </p:grpSpPr>
      <p:cxnSp>
        <p:nvCxnSpPr>
          <p:cNvPr id="36" name="Google Shape;36;p6"/>
          <p:cNvCxnSpPr/>
          <p:nvPr/>
        </p:nvCxnSpPr>
        <p:spPr>
          <a:xfrm>
            <a:off x="283850" y="4683725"/>
            <a:ext cx="8573100" cy="0"/>
          </a:xfrm>
          <a:prstGeom prst="straightConnector1">
            <a:avLst/>
          </a:prstGeom>
          <a:noFill/>
          <a:ln w="9525" cap="flat" cmpd="sng">
            <a:solidFill>
              <a:schemeClr val="dk1"/>
            </a:solidFill>
            <a:prstDash val="solid"/>
            <a:round/>
            <a:headEnd type="none" w="med" len="med"/>
            <a:tailEnd type="none" w="med" len="med"/>
          </a:ln>
        </p:spPr>
      </p:cxnSp>
      <p:sp>
        <p:nvSpPr>
          <p:cNvPr id="37" name="Google Shape;37;p6"/>
          <p:cNvSpPr txBox="1">
            <a:spLocks noGrp="1"/>
          </p:cNvSpPr>
          <p:nvPr>
            <p:ph type="title"/>
          </p:nvPr>
        </p:nvSpPr>
        <p:spPr>
          <a:xfrm>
            <a:off x="283850" y="230676"/>
            <a:ext cx="6683700" cy="1236900"/>
          </a:xfrm>
          <a:prstGeom prst="rect">
            <a:avLst/>
          </a:prstGeom>
        </p:spPr>
        <p:txBody>
          <a:bodyPr spcFirstLastPara="1" wrap="square" lIns="0" tIns="91425" rIns="91425" bIns="91425" anchor="t" anchorCtr="0">
            <a:noAutofit/>
          </a:bodyPr>
          <a:lstStyle>
            <a:lvl1pPr lvl="0">
              <a:lnSpc>
                <a:spcPct val="70000"/>
              </a:lnSpc>
              <a:spcBef>
                <a:spcPts val="0"/>
              </a:spcBef>
              <a:spcAft>
                <a:spcPts val="0"/>
              </a:spcAft>
              <a:buNone/>
              <a:defRPr sz="6000">
                <a:solidFill>
                  <a:schemeClr val="dk1"/>
                </a:solidFill>
              </a:defRPr>
            </a:lvl1pPr>
            <a:lvl2pPr lvl="1">
              <a:lnSpc>
                <a:spcPct val="70000"/>
              </a:lnSpc>
              <a:spcBef>
                <a:spcPts val="0"/>
              </a:spcBef>
              <a:spcAft>
                <a:spcPts val="0"/>
              </a:spcAft>
              <a:buNone/>
              <a:defRPr sz="6000">
                <a:solidFill>
                  <a:schemeClr val="dk1"/>
                </a:solidFill>
              </a:defRPr>
            </a:lvl2pPr>
            <a:lvl3pPr lvl="2">
              <a:lnSpc>
                <a:spcPct val="70000"/>
              </a:lnSpc>
              <a:spcBef>
                <a:spcPts val="0"/>
              </a:spcBef>
              <a:spcAft>
                <a:spcPts val="0"/>
              </a:spcAft>
              <a:buNone/>
              <a:defRPr sz="6000">
                <a:solidFill>
                  <a:schemeClr val="dk1"/>
                </a:solidFill>
              </a:defRPr>
            </a:lvl3pPr>
            <a:lvl4pPr lvl="3">
              <a:lnSpc>
                <a:spcPct val="70000"/>
              </a:lnSpc>
              <a:spcBef>
                <a:spcPts val="0"/>
              </a:spcBef>
              <a:spcAft>
                <a:spcPts val="0"/>
              </a:spcAft>
              <a:buNone/>
              <a:defRPr sz="6000">
                <a:solidFill>
                  <a:schemeClr val="dk1"/>
                </a:solidFill>
              </a:defRPr>
            </a:lvl4pPr>
            <a:lvl5pPr lvl="4">
              <a:lnSpc>
                <a:spcPct val="70000"/>
              </a:lnSpc>
              <a:spcBef>
                <a:spcPts val="0"/>
              </a:spcBef>
              <a:spcAft>
                <a:spcPts val="0"/>
              </a:spcAft>
              <a:buNone/>
              <a:defRPr sz="6000">
                <a:solidFill>
                  <a:schemeClr val="dk1"/>
                </a:solidFill>
              </a:defRPr>
            </a:lvl5pPr>
            <a:lvl6pPr lvl="5">
              <a:lnSpc>
                <a:spcPct val="70000"/>
              </a:lnSpc>
              <a:spcBef>
                <a:spcPts val="0"/>
              </a:spcBef>
              <a:spcAft>
                <a:spcPts val="0"/>
              </a:spcAft>
              <a:buNone/>
              <a:defRPr sz="6000">
                <a:solidFill>
                  <a:schemeClr val="dk1"/>
                </a:solidFill>
              </a:defRPr>
            </a:lvl6pPr>
            <a:lvl7pPr lvl="6">
              <a:lnSpc>
                <a:spcPct val="70000"/>
              </a:lnSpc>
              <a:spcBef>
                <a:spcPts val="0"/>
              </a:spcBef>
              <a:spcAft>
                <a:spcPts val="0"/>
              </a:spcAft>
              <a:buNone/>
              <a:defRPr sz="6000">
                <a:solidFill>
                  <a:schemeClr val="dk1"/>
                </a:solidFill>
              </a:defRPr>
            </a:lvl7pPr>
            <a:lvl8pPr lvl="7">
              <a:lnSpc>
                <a:spcPct val="70000"/>
              </a:lnSpc>
              <a:spcBef>
                <a:spcPts val="0"/>
              </a:spcBef>
              <a:spcAft>
                <a:spcPts val="0"/>
              </a:spcAft>
              <a:buNone/>
              <a:defRPr sz="6000">
                <a:solidFill>
                  <a:schemeClr val="dk1"/>
                </a:solidFill>
              </a:defRPr>
            </a:lvl8pPr>
            <a:lvl9pPr lvl="8">
              <a:lnSpc>
                <a:spcPct val="70000"/>
              </a:lnSpc>
              <a:spcBef>
                <a:spcPts val="0"/>
              </a:spcBef>
              <a:spcAft>
                <a:spcPts val="0"/>
              </a:spcAft>
              <a:buNone/>
              <a:defRPr sz="6000">
                <a:solidFill>
                  <a:schemeClr val="dk1"/>
                </a:solidFill>
              </a:defRPr>
            </a:lvl9pPr>
          </a:lstStyle>
          <a:p>
            <a:endParaRPr/>
          </a:p>
        </p:txBody>
      </p:sp>
      <p:sp>
        <p:nvSpPr>
          <p:cNvPr id="38" name="Google Shape;38;p6"/>
          <p:cNvSpPr txBox="1">
            <a:spLocks noGrp="1"/>
          </p:cNvSpPr>
          <p:nvPr>
            <p:ph type="subTitle" idx="1"/>
          </p:nvPr>
        </p:nvSpPr>
        <p:spPr>
          <a:xfrm>
            <a:off x="6214200" y="3602000"/>
            <a:ext cx="2386500" cy="804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Inter"/>
              <a:buNone/>
              <a:defRPr sz="1200"/>
            </a:lvl1pPr>
            <a:lvl2pPr lvl="1">
              <a:spcBef>
                <a:spcPts val="0"/>
              </a:spcBef>
              <a:spcAft>
                <a:spcPts val="0"/>
              </a:spcAft>
              <a:buClr>
                <a:schemeClr val="lt1"/>
              </a:buClr>
              <a:buSzPts val="1200"/>
              <a:buFont typeface="Inter"/>
              <a:buNone/>
              <a:defRPr sz="1200">
                <a:latin typeface="Inter"/>
                <a:ea typeface="Inter"/>
                <a:cs typeface="Inter"/>
                <a:sym typeface="Inter"/>
              </a:defRPr>
            </a:lvl2pPr>
            <a:lvl3pPr lvl="2">
              <a:spcBef>
                <a:spcPts val="0"/>
              </a:spcBef>
              <a:spcAft>
                <a:spcPts val="0"/>
              </a:spcAft>
              <a:buClr>
                <a:schemeClr val="lt1"/>
              </a:buClr>
              <a:buSzPts val="1200"/>
              <a:buFont typeface="Inter"/>
              <a:buNone/>
              <a:defRPr sz="1200">
                <a:latin typeface="Inter"/>
                <a:ea typeface="Inter"/>
                <a:cs typeface="Inter"/>
                <a:sym typeface="Inter"/>
              </a:defRPr>
            </a:lvl3pPr>
            <a:lvl4pPr lvl="3">
              <a:spcBef>
                <a:spcPts val="0"/>
              </a:spcBef>
              <a:spcAft>
                <a:spcPts val="0"/>
              </a:spcAft>
              <a:buClr>
                <a:schemeClr val="lt1"/>
              </a:buClr>
              <a:buSzPts val="1200"/>
              <a:buFont typeface="Inter"/>
              <a:buNone/>
              <a:defRPr sz="1200">
                <a:latin typeface="Inter"/>
                <a:ea typeface="Inter"/>
                <a:cs typeface="Inter"/>
                <a:sym typeface="Inter"/>
              </a:defRPr>
            </a:lvl4pPr>
            <a:lvl5pPr lvl="4">
              <a:spcBef>
                <a:spcPts val="0"/>
              </a:spcBef>
              <a:spcAft>
                <a:spcPts val="0"/>
              </a:spcAft>
              <a:buClr>
                <a:schemeClr val="lt1"/>
              </a:buClr>
              <a:buSzPts val="1200"/>
              <a:buFont typeface="Inter"/>
              <a:buNone/>
              <a:defRPr sz="1200">
                <a:latin typeface="Inter"/>
                <a:ea typeface="Inter"/>
                <a:cs typeface="Inter"/>
                <a:sym typeface="Inter"/>
              </a:defRPr>
            </a:lvl5pPr>
            <a:lvl6pPr lvl="5">
              <a:spcBef>
                <a:spcPts val="0"/>
              </a:spcBef>
              <a:spcAft>
                <a:spcPts val="0"/>
              </a:spcAft>
              <a:buClr>
                <a:schemeClr val="lt1"/>
              </a:buClr>
              <a:buSzPts val="1200"/>
              <a:buFont typeface="Inter"/>
              <a:buNone/>
              <a:defRPr sz="1200">
                <a:latin typeface="Inter"/>
                <a:ea typeface="Inter"/>
                <a:cs typeface="Inter"/>
                <a:sym typeface="Inter"/>
              </a:defRPr>
            </a:lvl6pPr>
            <a:lvl7pPr lvl="6">
              <a:spcBef>
                <a:spcPts val="0"/>
              </a:spcBef>
              <a:spcAft>
                <a:spcPts val="0"/>
              </a:spcAft>
              <a:buClr>
                <a:schemeClr val="lt1"/>
              </a:buClr>
              <a:buSzPts val="1200"/>
              <a:buFont typeface="Inter"/>
              <a:buNone/>
              <a:defRPr sz="1200">
                <a:latin typeface="Inter"/>
                <a:ea typeface="Inter"/>
                <a:cs typeface="Inter"/>
                <a:sym typeface="Inter"/>
              </a:defRPr>
            </a:lvl7pPr>
            <a:lvl8pPr lvl="7">
              <a:spcBef>
                <a:spcPts val="0"/>
              </a:spcBef>
              <a:spcAft>
                <a:spcPts val="0"/>
              </a:spcAft>
              <a:buClr>
                <a:schemeClr val="lt1"/>
              </a:buClr>
              <a:buSzPts val="1200"/>
              <a:buFont typeface="Inter"/>
              <a:buNone/>
              <a:defRPr sz="1200">
                <a:latin typeface="Inter"/>
                <a:ea typeface="Inter"/>
                <a:cs typeface="Inter"/>
                <a:sym typeface="Inter"/>
              </a:defRPr>
            </a:lvl8pPr>
            <a:lvl9pPr lvl="8">
              <a:spcBef>
                <a:spcPts val="0"/>
              </a:spcBef>
              <a:spcAft>
                <a:spcPts val="0"/>
              </a:spcAft>
              <a:buClr>
                <a:schemeClr val="lt1"/>
              </a:buClr>
              <a:buSzPts val="1200"/>
              <a:buFont typeface="Inter"/>
              <a:buNone/>
              <a:defRPr sz="1200">
                <a:latin typeface="Inter"/>
                <a:ea typeface="Inter"/>
                <a:cs typeface="Inter"/>
                <a:sym typeface="Inter"/>
              </a:defRPr>
            </a:lvl9pPr>
          </a:lstStyle>
          <a:p>
            <a:endParaRPr/>
          </a:p>
        </p:txBody>
      </p:sp>
      <p:sp>
        <p:nvSpPr>
          <p:cNvPr id="39" name="Google Shape;39;p6"/>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6"/>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41" name="Google Shape;41;p6"/>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42" name="Google Shape;42;p6"/>
          <p:cNvSpPr>
            <a:spLocks noGrp="1"/>
          </p:cNvSpPr>
          <p:nvPr>
            <p:ph type="pic" idx="4"/>
          </p:nvPr>
        </p:nvSpPr>
        <p:spPr>
          <a:xfrm>
            <a:off x="4629750" y="3386700"/>
            <a:ext cx="1328400" cy="1290900"/>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 Alt 3">
  <p:cSld name="BLANK_3_1">
    <p:bg>
      <p:bgPr>
        <a:solidFill>
          <a:schemeClr val="accent3"/>
        </a:solidFill>
        <a:effectLst/>
      </p:bgPr>
    </p:bg>
    <p:spTree>
      <p:nvGrpSpPr>
        <p:cNvPr id="1" name="Shape 43"/>
        <p:cNvGrpSpPr/>
        <p:nvPr/>
      </p:nvGrpSpPr>
      <p:grpSpPr>
        <a:xfrm>
          <a:off x="0" y="0"/>
          <a:ext cx="0" cy="0"/>
          <a:chOff x="0" y="0"/>
          <a:chExt cx="0" cy="0"/>
        </a:xfrm>
      </p:grpSpPr>
      <p:sp>
        <p:nvSpPr>
          <p:cNvPr id="44" name="Google Shape;44;p7"/>
          <p:cNvSpPr/>
          <p:nvPr/>
        </p:nvSpPr>
        <p:spPr>
          <a:xfrm>
            <a:off x="3186050" y="288625"/>
            <a:ext cx="5670900" cy="29292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Inter"/>
              <a:ea typeface="Inter"/>
              <a:cs typeface="Inter"/>
              <a:sym typeface="Inter"/>
            </a:endParaRPr>
          </a:p>
        </p:txBody>
      </p:sp>
      <p:sp>
        <p:nvSpPr>
          <p:cNvPr id="45" name="Google Shape;45;p7"/>
          <p:cNvSpPr/>
          <p:nvPr/>
        </p:nvSpPr>
        <p:spPr>
          <a:xfrm>
            <a:off x="3499026" y="558338"/>
            <a:ext cx="5044948" cy="2389773"/>
          </a:xfrm>
          <a:custGeom>
            <a:avLst/>
            <a:gdLst/>
            <a:ahLst/>
            <a:cxnLst/>
            <a:rect l="l" t="t" r="r" b="b"/>
            <a:pathLst>
              <a:path w="47712" h="22601" extrusionOk="0">
                <a:moveTo>
                  <a:pt x="36474" y="1"/>
                </a:moveTo>
                <a:lnTo>
                  <a:pt x="32896" y="3516"/>
                </a:lnTo>
                <a:lnTo>
                  <a:pt x="38106" y="8789"/>
                </a:lnTo>
                <a:lnTo>
                  <a:pt x="1" y="8789"/>
                </a:lnTo>
                <a:lnTo>
                  <a:pt x="1" y="13812"/>
                </a:lnTo>
                <a:lnTo>
                  <a:pt x="38106" y="13812"/>
                </a:lnTo>
                <a:lnTo>
                  <a:pt x="32833" y="19085"/>
                </a:lnTo>
                <a:lnTo>
                  <a:pt x="36411" y="22600"/>
                </a:lnTo>
                <a:lnTo>
                  <a:pt x="47711" y="11300"/>
                </a:lnTo>
                <a:lnTo>
                  <a:pt x="3647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
        <p:nvSpPr>
          <p:cNvPr id="46" name="Google Shape;46;p7"/>
          <p:cNvSpPr txBox="1">
            <a:spLocks noGrp="1"/>
          </p:cNvSpPr>
          <p:nvPr>
            <p:ph type="title"/>
          </p:nvPr>
        </p:nvSpPr>
        <p:spPr>
          <a:xfrm>
            <a:off x="283850" y="474875"/>
            <a:ext cx="2773200" cy="1585200"/>
          </a:xfrm>
          <a:prstGeom prst="rect">
            <a:avLst/>
          </a:prstGeom>
        </p:spPr>
        <p:txBody>
          <a:bodyPr spcFirstLastPara="1" wrap="square" lIns="0" tIns="91425" rIns="0" bIns="0" anchor="t" anchorCtr="0">
            <a:normAutofit/>
          </a:bodyPr>
          <a:lstStyle>
            <a:lvl1pPr lvl="0">
              <a:lnSpc>
                <a:spcPct val="70000"/>
              </a:lnSpc>
              <a:spcBef>
                <a:spcPts val="0"/>
              </a:spcBef>
              <a:spcAft>
                <a:spcPts val="0"/>
              </a:spcAft>
              <a:buNone/>
              <a:defRPr sz="6000">
                <a:solidFill>
                  <a:schemeClr val="dk1"/>
                </a:solidFill>
              </a:defRPr>
            </a:lvl1pPr>
            <a:lvl2pPr lvl="1">
              <a:lnSpc>
                <a:spcPct val="70000"/>
              </a:lnSpc>
              <a:spcBef>
                <a:spcPts val="0"/>
              </a:spcBef>
              <a:spcAft>
                <a:spcPts val="0"/>
              </a:spcAft>
              <a:buNone/>
              <a:defRPr sz="6000">
                <a:solidFill>
                  <a:schemeClr val="dk1"/>
                </a:solidFill>
              </a:defRPr>
            </a:lvl2pPr>
            <a:lvl3pPr lvl="2">
              <a:lnSpc>
                <a:spcPct val="70000"/>
              </a:lnSpc>
              <a:spcBef>
                <a:spcPts val="0"/>
              </a:spcBef>
              <a:spcAft>
                <a:spcPts val="0"/>
              </a:spcAft>
              <a:buNone/>
              <a:defRPr sz="6000">
                <a:solidFill>
                  <a:schemeClr val="dk1"/>
                </a:solidFill>
              </a:defRPr>
            </a:lvl3pPr>
            <a:lvl4pPr lvl="3">
              <a:lnSpc>
                <a:spcPct val="70000"/>
              </a:lnSpc>
              <a:spcBef>
                <a:spcPts val="0"/>
              </a:spcBef>
              <a:spcAft>
                <a:spcPts val="0"/>
              </a:spcAft>
              <a:buNone/>
              <a:defRPr sz="6000">
                <a:solidFill>
                  <a:schemeClr val="dk1"/>
                </a:solidFill>
              </a:defRPr>
            </a:lvl4pPr>
            <a:lvl5pPr lvl="4">
              <a:lnSpc>
                <a:spcPct val="70000"/>
              </a:lnSpc>
              <a:spcBef>
                <a:spcPts val="0"/>
              </a:spcBef>
              <a:spcAft>
                <a:spcPts val="0"/>
              </a:spcAft>
              <a:buNone/>
              <a:defRPr sz="6000">
                <a:solidFill>
                  <a:schemeClr val="dk1"/>
                </a:solidFill>
              </a:defRPr>
            </a:lvl5pPr>
            <a:lvl6pPr lvl="5">
              <a:lnSpc>
                <a:spcPct val="70000"/>
              </a:lnSpc>
              <a:spcBef>
                <a:spcPts val="0"/>
              </a:spcBef>
              <a:spcAft>
                <a:spcPts val="0"/>
              </a:spcAft>
              <a:buNone/>
              <a:defRPr sz="6000">
                <a:solidFill>
                  <a:schemeClr val="dk1"/>
                </a:solidFill>
              </a:defRPr>
            </a:lvl6pPr>
            <a:lvl7pPr lvl="6">
              <a:lnSpc>
                <a:spcPct val="70000"/>
              </a:lnSpc>
              <a:spcBef>
                <a:spcPts val="0"/>
              </a:spcBef>
              <a:spcAft>
                <a:spcPts val="0"/>
              </a:spcAft>
              <a:buNone/>
              <a:defRPr sz="6000">
                <a:solidFill>
                  <a:schemeClr val="dk1"/>
                </a:solidFill>
              </a:defRPr>
            </a:lvl7pPr>
            <a:lvl8pPr lvl="7">
              <a:lnSpc>
                <a:spcPct val="70000"/>
              </a:lnSpc>
              <a:spcBef>
                <a:spcPts val="0"/>
              </a:spcBef>
              <a:spcAft>
                <a:spcPts val="0"/>
              </a:spcAft>
              <a:buNone/>
              <a:defRPr sz="6000">
                <a:solidFill>
                  <a:schemeClr val="dk1"/>
                </a:solidFill>
              </a:defRPr>
            </a:lvl8pPr>
            <a:lvl9pPr lvl="8">
              <a:lnSpc>
                <a:spcPct val="70000"/>
              </a:lnSpc>
              <a:spcBef>
                <a:spcPts val="0"/>
              </a:spcBef>
              <a:spcAft>
                <a:spcPts val="0"/>
              </a:spcAft>
              <a:buNone/>
              <a:defRPr sz="6000">
                <a:solidFill>
                  <a:schemeClr val="dk1"/>
                </a:solidFill>
              </a:defRPr>
            </a:lvl9pPr>
          </a:lstStyle>
          <a:p>
            <a:endParaRPr/>
          </a:p>
        </p:txBody>
      </p:sp>
      <p:sp>
        <p:nvSpPr>
          <p:cNvPr id="47" name="Google Shape;47;p7"/>
          <p:cNvSpPr txBox="1">
            <a:spLocks noGrp="1"/>
          </p:cNvSpPr>
          <p:nvPr>
            <p:ph type="subTitle" idx="1"/>
          </p:nvPr>
        </p:nvSpPr>
        <p:spPr>
          <a:xfrm>
            <a:off x="284850" y="3602000"/>
            <a:ext cx="2773200" cy="804600"/>
          </a:xfrm>
          <a:prstGeom prst="rect">
            <a:avLst/>
          </a:prstGeom>
        </p:spPr>
        <p:txBody>
          <a:bodyPr spcFirstLastPara="1" wrap="square" lIns="0" tIns="0" rIns="0" bIns="0" anchor="t" anchorCtr="0">
            <a:noAutofit/>
          </a:bodyPr>
          <a:lstStyle>
            <a:lvl1pPr lvl="0">
              <a:spcBef>
                <a:spcPts val="0"/>
              </a:spcBef>
              <a:spcAft>
                <a:spcPts val="0"/>
              </a:spcAft>
              <a:buClr>
                <a:schemeClr val="dk1"/>
              </a:buClr>
              <a:buSzPts val="1200"/>
              <a:buFont typeface="Inter"/>
              <a:buNone/>
              <a:defRPr sz="1200">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48" name="Google Shape;48;p7"/>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49" name="Google Shape;49;p7"/>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50" name="Google Shape;50;p7"/>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 Alt 4">
  <p:cSld name="BLANK_3_1_1">
    <p:bg>
      <p:bgPr>
        <a:solidFill>
          <a:schemeClr val="accent1"/>
        </a:solidFill>
        <a:effectLst/>
      </p:bgPr>
    </p:bg>
    <p:spTree>
      <p:nvGrpSpPr>
        <p:cNvPr id="1" name="Shape 51"/>
        <p:cNvGrpSpPr/>
        <p:nvPr/>
      </p:nvGrpSpPr>
      <p:grpSpPr>
        <a:xfrm>
          <a:off x="0" y="0"/>
          <a:ext cx="0" cy="0"/>
          <a:chOff x="0" y="0"/>
          <a:chExt cx="0" cy="0"/>
        </a:xfrm>
      </p:grpSpPr>
      <p:sp>
        <p:nvSpPr>
          <p:cNvPr id="52" name="Google Shape;52;p8"/>
          <p:cNvSpPr txBox="1">
            <a:spLocks noGrp="1"/>
          </p:cNvSpPr>
          <p:nvPr>
            <p:ph type="title"/>
          </p:nvPr>
        </p:nvSpPr>
        <p:spPr>
          <a:xfrm>
            <a:off x="283850" y="474875"/>
            <a:ext cx="2773200" cy="1585200"/>
          </a:xfrm>
          <a:prstGeom prst="rect">
            <a:avLst/>
          </a:prstGeom>
        </p:spPr>
        <p:txBody>
          <a:bodyPr spcFirstLastPara="1" wrap="square" lIns="0" tIns="91425" rIns="0" bIns="0" anchor="t" anchorCtr="0">
            <a:norm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53" name="Google Shape;53;p8"/>
          <p:cNvSpPr txBox="1">
            <a:spLocks noGrp="1"/>
          </p:cNvSpPr>
          <p:nvPr>
            <p:ph type="subTitle" idx="1"/>
          </p:nvPr>
        </p:nvSpPr>
        <p:spPr>
          <a:xfrm>
            <a:off x="284850" y="3602000"/>
            <a:ext cx="2773200" cy="804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Inter"/>
              <a:buNone/>
              <a:defRPr sz="1200"/>
            </a:lvl1pPr>
            <a:lvl2pPr lvl="1">
              <a:spcBef>
                <a:spcPts val="0"/>
              </a:spcBef>
              <a:spcAft>
                <a:spcPts val="0"/>
              </a:spcAft>
              <a:buClr>
                <a:schemeClr val="lt1"/>
              </a:buClr>
              <a:buSzPts val="1200"/>
              <a:buFont typeface="Inter"/>
              <a:buNone/>
              <a:defRPr sz="1200">
                <a:latin typeface="Inter"/>
                <a:ea typeface="Inter"/>
                <a:cs typeface="Inter"/>
                <a:sym typeface="Inter"/>
              </a:defRPr>
            </a:lvl2pPr>
            <a:lvl3pPr lvl="2">
              <a:spcBef>
                <a:spcPts val="0"/>
              </a:spcBef>
              <a:spcAft>
                <a:spcPts val="0"/>
              </a:spcAft>
              <a:buClr>
                <a:schemeClr val="lt1"/>
              </a:buClr>
              <a:buSzPts val="1200"/>
              <a:buFont typeface="Inter"/>
              <a:buNone/>
              <a:defRPr sz="1200">
                <a:latin typeface="Inter"/>
                <a:ea typeface="Inter"/>
                <a:cs typeface="Inter"/>
                <a:sym typeface="Inter"/>
              </a:defRPr>
            </a:lvl3pPr>
            <a:lvl4pPr lvl="3">
              <a:spcBef>
                <a:spcPts val="0"/>
              </a:spcBef>
              <a:spcAft>
                <a:spcPts val="0"/>
              </a:spcAft>
              <a:buClr>
                <a:schemeClr val="lt1"/>
              </a:buClr>
              <a:buSzPts val="1200"/>
              <a:buFont typeface="Inter"/>
              <a:buNone/>
              <a:defRPr sz="1200">
                <a:latin typeface="Inter"/>
                <a:ea typeface="Inter"/>
                <a:cs typeface="Inter"/>
                <a:sym typeface="Inter"/>
              </a:defRPr>
            </a:lvl4pPr>
            <a:lvl5pPr lvl="4">
              <a:spcBef>
                <a:spcPts val="0"/>
              </a:spcBef>
              <a:spcAft>
                <a:spcPts val="0"/>
              </a:spcAft>
              <a:buClr>
                <a:schemeClr val="lt1"/>
              </a:buClr>
              <a:buSzPts val="1200"/>
              <a:buFont typeface="Inter"/>
              <a:buNone/>
              <a:defRPr sz="1200">
                <a:latin typeface="Inter"/>
                <a:ea typeface="Inter"/>
                <a:cs typeface="Inter"/>
                <a:sym typeface="Inter"/>
              </a:defRPr>
            </a:lvl5pPr>
            <a:lvl6pPr lvl="5">
              <a:spcBef>
                <a:spcPts val="0"/>
              </a:spcBef>
              <a:spcAft>
                <a:spcPts val="0"/>
              </a:spcAft>
              <a:buClr>
                <a:schemeClr val="lt1"/>
              </a:buClr>
              <a:buSzPts val="1200"/>
              <a:buFont typeface="Inter"/>
              <a:buNone/>
              <a:defRPr sz="1200">
                <a:latin typeface="Inter"/>
                <a:ea typeface="Inter"/>
                <a:cs typeface="Inter"/>
                <a:sym typeface="Inter"/>
              </a:defRPr>
            </a:lvl6pPr>
            <a:lvl7pPr lvl="6">
              <a:spcBef>
                <a:spcPts val="0"/>
              </a:spcBef>
              <a:spcAft>
                <a:spcPts val="0"/>
              </a:spcAft>
              <a:buClr>
                <a:schemeClr val="lt1"/>
              </a:buClr>
              <a:buSzPts val="1200"/>
              <a:buFont typeface="Inter"/>
              <a:buNone/>
              <a:defRPr sz="1200">
                <a:latin typeface="Inter"/>
                <a:ea typeface="Inter"/>
                <a:cs typeface="Inter"/>
                <a:sym typeface="Inter"/>
              </a:defRPr>
            </a:lvl7pPr>
            <a:lvl8pPr lvl="7">
              <a:spcBef>
                <a:spcPts val="0"/>
              </a:spcBef>
              <a:spcAft>
                <a:spcPts val="0"/>
              </a:spcAft>
              <a:buClr>
                <a:schemeClr val="lt1"/>
              </a:buClr>
              <a:buSzPts val="1200"/>
              <a:buFont typeface="Inter"/>
              <a:buNone/>
              <a:defRPr sz="1200">
                <a:latin typeface="Inter"/>
                <a:ea typeface="Inter"/>
                <a:cs typeface="Inter"/>
                <a:sym typeface="Inter"/>
              </a:defRPr>
            </a:lvl8pPr>
            <a:lvl9pPr lvl="8">
              <a:spcBef>
                <a:spcPts val="0"/>
              </a:spcBef>
              <a:spcAft>
                <a:spcPts val="0"/>
              </a:spcAft>
              <a:buClr>
                <a:schemeClr val="lt1"/>
              </a:buClr>
              <a:buSzPts val="1200"/>
              <a:buFont typeface="Inter"/>
              <a:buNone/>
              <a:defRPr sz="1200">
                <a:latin typeface="Inter"/>
                <a:ea typeface="Inter"/>
                <a:cs typeface="Inter"/>
                <a:sym typeface="Inter"/>
              </a:defRPr>
            </a:lvl9pPr>
          </a:lstStyle>
          <a:p>
            <a:endParaRPr/>
          </a:p>
        </p:txBody>
      </p:sp>
      <p:sp>
        <p:nvSpPr>
          <p:cNvPr id="54" name="Google Shape;54;p8"/>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8"/>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8"/>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 name="Google Shape;57;p8"/>
          <p:cNvSpPr>
            <a:spLocks noGrp="1"/>
          </p:cNvSpPr>
          <p:nvPr>
            <p:ph type="pic" idx="4"/>
          </p:nvPr>
        </p:nvSpPr>
        <p:spPr>
          <a:xfrm>
            <a:off x="3185700" y="291263"/>
            <a:ext cx="5671200" cy="4387800"/>
          </a:xfrm>
          <a:prstGeom prst="rect">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 Alt 2">
  <p:cSld name="BLANK_1_1_1_1_1_1_1_1_1_1_2">
    <p:bg>
      <p:bgPr>
        <a:solidFill>
          <a:schemeClr val="lt1"/>
        </a:solidFill>
        <a:effectLst/>
      </p:bgPr>
    </p:bg>
    <p:spTree>
      <p:nvGrpSpPr>
        <p:cNvPr id="1" name="Shape 58"/>
        <p:cNvGrpSpPr/>
        <p:nvPr/>
      </p:nvGrpSpPr>
      <p:grpSpPr>
        <a:xfrm>
          <a:off x="0" y="0"/>
          <a:ext cx="0" cy="0"/>
          <a:chOff x="0" y="0"/>
          <a:chExt cx="0" cy="0"/>
        </a:xfrm>
      </p:grpSpPr>
      <p:sp>
        <p:nvSpPr>
          <p:cNvPr id="59" name="Google Shape;59;p9"/>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9"/>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
        <p:nvSpPr>
          <p:cNvPr id="61" name="Google Shape;61;p9"/>
          <p:cNvSpPr txBox="1">
            <a:spLocks noGrp="1"/>
          </p:cNvSpPr>
          <p:nvPr>
            <p:ph type="title" idx="2"/>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Font typeface="Inter"/>
              <a:buNone/>
              <a:defRPr>
                <a:solidFill>
                  <a:schemeClr val="dk1"/>
                </a:solidFill>
              </a:defRPr>
            </a:lvl2pPr>
            <a:lvl3pPr lvl="2">
              <a:spcBef>
                <a:spcPts val="0"/>
              </a:spcBef>
              <a:spcAft>
                <a:spcPts val="0"/>
              </a:spcAft>
              <a:buClr>
                <a:schemeClr val="dk1"/>
              </a:buClr>
              <a:buSzPts val="1400"/>
              <a:buFont typeface="Inter"/>
              <a:buNone/>
              <a:defRPr>
                <a:solidFill>
                  <a:schemeClr val="dk1"/>
                </a:solidFill>
              </a:defRPr>
            </a:lvl3pPr>
            <a:lvl4pPr lvl="3">
              <a:spcBef>
                <a:spcPts val="0"/>
              </a:spcBef>
              <a:spcAft>
                <a:spcPts val="0"/>
              </a:spcAft>
              <a:buClr>
                <a:schemeClr val="dk1"/>
              </a:buClr>
              <a:buSzPts val="1400"/>
              <a:buFont typeface="Inter"/>
              <a:buNone/>
              <a:defRPr>
                <a:solidFill>
                  <a:schemeClr val="dk1"/>
                </a:solidFill>
              </a:defRPr>
            </a:lvl4pPr>
            <a:lvl5pPr lvl="4">
              <a:spcBef>
                <a:spcPts val="0"/>
              </a:spcBef>
              <a:spcAft>
                <a:spcPts val="0"/>
              </a:spcAft>
              <a:buClr>
                <a:schemeClr val="dk1"/>
              </a:buClr>
              <a:buSzPts val="1400"/>
              <a:buFont typeface="Inter"/>
              <a:buNone/>
              <a:defRPr>
                <a:solidFill>
                  <a:schemeClr val="dk1"/>
                </a:solidFill>
              </a:defRPr>
            </a:lvl5pPr>
            <a:lvl6pPr lvl="5">
              <a:spcBef>
                <a:spcPts val="0"/>
              </a:spcBef>
              <a:spcAft>
                <a:spcPts val="0"/>
              </a:spcAft>
              <a:buClr>
                <a:schemeClr val="dk1"/>
              </a:buClr>
              <a:buSzPts val="1400"/>
              <a:buFont typeface="Inter"/>
              <a:buNone/>
              <a:defRPr>
                <a:solidFill>
                  <a:schemeClr val="dk1"/>
                </a:solidFill>
              </a:defRPr>
            </a:lvl6pPr>
            <a:lvl7pPr lvl="6">
              <a:spcBef>
                <a:spcPts val="0"/>
              </a:spcBef>
              <a:spcAft>
                <a:spcPts val="0"/>
              </a:spcAft>
              <a:buClr>
                <a:schemeClr val="dk1"/>
              </a:buClr>
              <a:buSzPts val="1400"/>
              <a:buFont typeface="Inter"/>
              <a:buNone/>
              <a:defRPr>
                <a:solidFill>
                  <a:schemeClr val="dk1"/>
                </a:solidFill>
              </a:defRPr>
            </a:lvl7pPr>
            <a:lvl8pPr lvl="7">
              <a:spcBef>
                <a:spcPts val="0"/>
              </a:spcBef>
              <a:spcAft>
                <a:spcPts val="0"/>
              </a:spcAft>
              <a:buClr>
                <a:schemeClr val="dk1"/>
              </a:buClr>
              <a:buSzPts val="1400"/>
              <a:buFont typeface="Inter"/>
              <a:buNone/>
              <a:defRPr>
                <a:solidFill>
                  <a:schemeClr val="dk1"/>
                </a:solidFill>
              </a:defRPr>
            </a:lvl8pPr>
            <a:lvl9pPr lvl="8">
              <a:spcBef>
                <a:spcPts val="0"/>
              </a:spcBef>
              <a:spcAft>
                <a:spcPts val="0"/>
              </a:spcAft>
              <a:buClr>
                <a:schemeClr val="dk1"/>
              </a:buClr>
              <a:buSzPts val="1400"/>
              <a:buFont typeface="Inter"/>
              <a:buNone/>
              <a:defRPr>
                <a:solidFill>
                  <a:schemeClr val="dk1"/>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Agenda - Alt 5">
  <p:cSld name="BLANK_1_1_1_1_1_1_1_1_1_1_1_2_1">
    <p:bg>
      <p:bgPr>
        <a:solidFill>
          <a:schemeClr val="lt1"/>
        </a:solidFill>
        <a:effectLst/>
      </p:bgPr>
    </p:bg>
    <p:spTree>
      <p:nvGrpSpPr>
        <p:cNvPr id="1" name="Shape 62"/>
        <p:cNvGrpSpPr/>
        <p:nvPr/>
      </p:nvGrpSpPr>
      <p:grpSpPr>
        <a:xfrm>
          <a:off x="0" y="0"/>
          <a:ext cx="0" cy="0"/>
          <a:chOff x="0" y="0"/>
          <a:chExt cx="0" cy="0"/>
        </a:xfrm>
      </p:grpSpPr>
      <p:sp>
        <p:nvSpPr>
          <p:cNvPr id="63" name="Google Shape;63;p10"/>
          <p:cNvSpPr txBox="1">
            <a:spLocks noGrp="1"/>
          </p:cNvSpPr>
          <p:nvPr>
            <p:ph type="title"/>
          </p:nvPr>
        </p:nvSpPr>
        <p:spPr>
          <a:xfrm>
            <a:off x="283850" y="285900"/>
            <a:ext cx="4227600" cy="309300"/>
          </a:xfrm>
          <a:prstGeom prst="rect">
            <a:avLst/>
          </a:prstGeom>
        </p:spPr>
        <p:txBody>
          <a:bodyPr spcFirstLastPara="1" wrap="square" lIns="0" tIns="0" rIns="0" bIns="0" anchor="t" anchorCtr="0">
            <a:spAutoFit/>
          </a:bodyPr>
          <a:lstStyle>
            <a:lvl1pPr lvl="0">
              <a:lnSpc>
                <a:spcPct val="70000"/>
              </a:lnSpc>
              <a:spcBef>
                <a:spcPts val="0"/>
              </a:spcBef>
              <a:spcAft>
                <a:spcPts val="0"/>
              </a:spcAft>
              <a:buNone/>
              <a:defRPr sz="1800">
                <a:solidFill>
                  <a:schemeClr val="dk1"/>
                </a:solidFill>
              </a:defRPr>
            </a:lvl1pPr>
            <a:lvl2pPr lvl="1">
              <a:lnSpc>
                <a:spcPct val="70000"/>
              </a:lnSpc>
              <a:spcBef>
                <a:spcPts val="0"/>
              </a:spcBef>
              <a:spcAft>
                <a:spcPts val="0"/>
              </a:spcAft>
              <a:buNone/>
              <a:defRPr sz="1800">
                <a:solidFill>
                  <a:schemeClr val="dk1"/>
                </a:solidFill>
              </a:defRPr>
            </a:lvl2pPr>
            <a:lvl3pPr lvl="2">
              <a:lnSpc>
                <a:spcPct val="70000"/>
              </a:lnSpc>
              <a:spcBef>
                <a:spcPts val="0"/>
              </a:spcBef>
              <a:spcAft>
                <a:spcPts val="0"/>
              </a:spcAft>
              <a:buNone/>
              <a:defRPr sz="1800">
                <a:solidFill>
                  <a:schemeClr val="dk1"/>
                </a:solidFill>
              </a:defRPr>
            </a:lvl3pPr>
            <a:lvl4pPr lvl="3">
              <a:lnSpc>
                <a:spcPct val="70000"/>
              </a:lnSpc>
              <a:spcBef>
                <a:spcPts val="0"/>
              </a:spcBef>
              <a:spcAft>
                <a:spcPts val="0"/>
              </a:spcAft>
              <a:buNone/>
              <a:defRPr sz="1800">
                <a:solidFill>
                  <a:schemeClr val="dk1"/>
                </a:solidFill>
              </a:defRPr>
            </a:lvl4pPr>
            <a:lvl5pPr lvl="4">
              <a:lnSpc>
                <a:spcPct val="70000"/>
              </a:lnSpc>
              <a:spcBef>
                <a:spcPts val="0"/>
              </a:spcBef>
              <a:spcAft>
                <a:spcPts val="0"/>
              </a:spcAft>
              <a:buNone/>
              <a:defRPr sz="1800">
                <a:solidFill>
                  <a:schemeClr val="dk1"/>
                </a:solidFill>
              </a:defRPr>
            </a:lvl5pPr>
            <a:lvl6pPr lvl="5">
              <a:lnSpc>
                <a:spcPct val="70000"/>
              </a:lnSpc>
              <a:spcBef>
                <a:spcPts val="0"/>
              </a:spcBef>
              <a:spcAft>
                <a:spcPts val="0"/>
              </a:spcAft>
              <a:buNone/>
              <a:defRPr sz="1800">
                <a:solidFill>
                  <a:schemeClr val="dk1"/>
                </a:solidFill>
              </a:defRPr>
            </a:lvl6pPr>
            <a:lvl7pPr lvl="6">
              <a:lnSpc>
                <a:spcPct val="70000"/>
              </a:lnSpc>
              <a:spcBef>
                <a:spcPts val="0"/>
              </a:spcBef>
              <a:spcAft>
                <a:spcPts val="0"/>
              </a:spcAft>
              <a:buNone/>
              <a:defRPr sz="1800">
                <a:solidFill>
                  <a:schemeClr val="dk1"/>
                </a:solidFill>
              </a:defRPr>
            </a:lvl7pPr>
            <a:lvl8pPr lvl="7">
              <a:lnSpc>
                <a:spcPct val="70000"/>
              </a:lnSpc>
              <a:spcBef>
                <a:spcPts val="0"/>
              </a:spcBef>
              <a:spcAft>
                <a:spcPts val="0"/>
              </a:spcAft>
              <a:buNone/>
              <a:defRPr sz="1800">
                <a:solidFill>
                  <a:schemeClr val="dk1"/>
                </a:solidFill>
              </a:defRPr>
            </a:lvl8pPr>
            <a:lvl9pPr lvl="8">
              <a:lnSpc>
                <a:spcPct val="70000"/>
              </a:lnSpc>
              <a:spcBef>
                <a:spcPts val="0"/>
              </a:spcBef>
              <a:spcAft>
                <a:spcPts val="0"/>
              </a:spcAft>
              <a:buNone/>
              <a:defRPr sz="1800">
                <a:solidFill>
                  <a:schemeClr val="dk1"/>
                </a:solidFill>
              </a:defRPr>
            </a:lvl9pPr>
          </a:lstStyle>
          <a:p>
            <a:endParaRPr/>
          </a:p>
        </p:txBody>
      </p:sp>
      <p:sp>
        <p:nvSpPr>
          <p:cNvPr id="64" name="Google Shape;64;p10"/>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65" name="Google Shape;65;p10"/>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6" name="Google Shape;66;p10"/>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7" name="Google Shape;67;p10"/>
          <p:cNvSpPr txBox="1">
            <a:spLocks noGrp="1"/>
          </p:cNvSpPr>
          <p:nvPr>
            <p:ph type="subTitle" idx="1"/>
          </p:nvPr>
        </p:nvSpPr>
        <p:spPr>
          <a:xfrm>
            <a:off x="1125100" y="2345400"/>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68" name="Google Shape;68;p10"/>
          <p:cNvSpPr txBox="1">
            <a:spLocks noGrp="1"/>
          </p:cNvSpPr>
          <p:nvPr>
            <p:ph type="subTitle" idx="4"/>
          </p:nvPr>
        </p:nvSpPr>
        <p:spPr>
          <a:xfrm flipH="1">
            <a:off x="6801950" y="2345400"/>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69" name="Google Shape;69;p10"/>
          <p:cNvSpPr txBox="1">
            <a:spLocks noGrp="1"/>
          </p:cNvSpPr>
          <p:nvPr>
            <p:ph type="subTitle" idx="5"/>
          </p:nvPr>
        </p:nvSpPr>
        <p:spPr>
          <a:xfrm>
            <a:off x="1125100" y="1555600"/>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70" name="Google Shape;70;p10"/>
          <p:cNvSpPr txBox="1">
            <a:spLocks noGrp="1"/>
          </p:cNvSpPr>
          <p:nvPr>
            <p:ph type="subTitle" idx="6"/>
          </p:nvPr>
        </p:nvSpPr>
        <p:spPr>
          <a:xfrm flipH="1">
            <a:off x="6801950" y="1555600"/>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71" name="Google Shape;71;p10"/>
          <p:cNvSpPr txBox="1">
            <a:spLocks noGrp="1"/>
          </p:cNvSpPr>
          <p:nvPr>
            <p:ph type="subTitle" idx="7"/>
          </p:nvPr>
        </p:nvSpPr>
        <p:spPr>
          <a:xfrm>
            <a:off x="1125100" y="3123163"/>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72" name="Google Shape;72;p10"/>
          <p:cNvSpPr txBox="1">
            <a:spLocks noGrp="1"/>
          </p:cNvSpPr>
          <p:nvPr>
            <p:ph type="subTitle" idx="8"/>
          </p:nvPr>
        </p:nvSpPr>
        <p:spPr>
          <a:xfrm flipH="1">
            <a:off x="6801950" y="3123163"/>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73" name="Google Shape;73;p10"/>
          <p:cNvSpPr txBox="1">
            <a:spLocks noGrp="1"/>
          </p:cNvSpPr>
          <p:nvPr>
            <p:ph type="subTitle" idx="9"/>
          </p:nvPr>
        </p:nvSpPr>
        <p:spPr>
          <a:xfrm>
            <a:off x="1125100" y="3902913"/>
            <a:ext cx="5559300" cy="773700"/>
          </a:xfrm>
          <a:prstGeom prst="rect">
            <a:avLst/>
          </a:prstGeom>
        </p:spPr>
        <p:txBody>
          <a:bodyPr spcFirstLastPara="1" wrap="square" lIns="0" tIns="0" rIns="0" bIns="0" anchor="ctr" anchorCtr="0">
            <a:noAutofit/>
          </a:bodyPr>
          <a:lstStyle>
            <a:lvl1pPr lvl="0">
              <a:lnSpc>
                <a:spcPct val="70000"/>
              </a:lnSpc>
              <a:spcBef>
                <a:spcPts val="0"/>
              </a:spcBef>
              <a:spcAft>
                <a:spcPts val="0"/>
              </a:spcAft>
              <a:buClr>
                <a:schemeClr val="dk1"/>
              </a:buClr>
              <a:buSzPts val="3600"/>
              <a:buFont typeface="Inter"/>
              <a:buNone/>
              <a:defRPr sz="3600">
                <a:solidFill>
                  <a:schemeClr val="dk1"/>
                </a:solidFill>
              </a:defRPr>
            </a:lvl1pPr>
            <a:lvl2pPr lvl="1">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nSpc>
                <a:spcPct val="7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74" name="Google Shape;74;p10"/>
          <p:cNvSpPr txBox="1">
            <a:spLocks noGrp="1"/>
          </p:cNvSpPr>
          <p:nvPr>
            <p:ph type="subTitle" idx="13"/>
          </p:nvPr>
        </p:nvSpPr>
        <p:spPr>
          <a:xfrm flipH="1">
            <a:off x="6801950" y="3902913"/>
            <a:ext cx="2055000" cy="773700"/>
          </a:xfrm>
          <a:prstGeom prst="rect">
            <a:avLst/>
          </a:prstGeom>
        </p:spPr>
        <p:txBody>
          <a:bodyPr spcFirstLastPara="1" wrap="square" lIns="0" tIns="0" rIns="0" bIns="0" anchor="ctr" anchorCtr="0">
            <a:noAutofit/>
          </a:bodyPr>
          <a:lstStyle>
            <a:lvl1pPr lvl="0" algn="r">
              <a:lnSpc>
                <a:spcPct val="70000"/>
              </a:lnSpc>
              <a:spcBef>
                <a:spcPts val="0"/>
              </a:spcBef>
              <a:spcAft>
                <a:spcPts val="0"/>
              </a:spcAft>
              <a:buClr>
                <a:schemeClr val="dk1"/>
              </a:buClr>
              <a:buSzPts val="1400"/>
              <a:buFont typeface="Inter"/>
              <a:buNone/>
              <a:defRPr>
                <a:solidFill>
                  <a:schemeClr val="dk1"/>
                </a:solidFill>
              </a:defRPr>
            </a:lvl1pPr>
            <a:lvl2pPr lvl="1"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lgn="r">
              <a:lnSpc>
                <a:spcPct val="70000"/>
              </a:lnSpc>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body and image - Alt 3">
  <p:cSld name="CUSTOM_1">
    <p:bg>
      <p:bgPr>
        <a:solidFill>
          <a:schemeClr val="lt1"/>
        </a:solidFill>
        <a:effectLst/>
      </p:bgPr>
    </p:bg>
    <p:spTree>
      <p:nvGrpSpPr>
        <p:cNvPr id="1" name="Shape 75"/>
        <p:cNvGrpSpPr/>
        <p:nvPr/>
      </p:nvGrpSpPr>
      <p:grpSpPr>
        <a:xfrm>
          <a:off x="0" y="0"/>
          <a:ext cx="0" cy="0"/>
          <a:chOff x="0" y="0"/>
          <a:chExt cx="0" cy="0"/>
        </a:xfrm>
      </p:grpSpPr>
      <p:sp>
        <p:nvSpPr>
          <p:cNvPr id="76" name="Google Shape;76;p11"/>
          <p:cNvSpPr>
            <a:spLocks noGrp="1"/>
          </p:cNvSpPr>
          <p:nvPr>
            <p:ph type="pic" idx="2"/>
          </p:nvPr>
        </p:nvSpPr>
        <p:spPr>
          <a:xfrm>
            <a:off x="283850" y="2178075"/>
            <a:ext cx="4227600" cy="2505600"/>
          </a:xfrm>
          <a:prstGeom prst="rect">
            <a:avLst/>
          </a:prstGeom>
          <a:noFill/>
          <a:ln>
            <a:noFill/>
          </a:ln>
        </p:spPr>
      </p:sp>
      <p:sp>
        <p:nvSpPr>
          <p:cNvPr id="77" name="Google Shape;77;p11"/>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78" name="Google Shape;78;p11"/>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79" name="Google Shape;79;p11"/>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0" name="Google Shape;80;p11"/>
          <p:cNvSpPr txBox="1">
            <a:spLocks noGrp="1"/>
          </p:cNvSpPr>
          <p:nvPr>
            <p:ph type="title" idx="4"/>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81" name="Google Shape;81;p11"/>
          <p:cNvSpPr txBox="1">
            <a:spLocks noGrp="1"/>
          </p:cNvSpPr>
          <p:nvPr>
            <p:ph type="body" idx="1"/>
          </p:nvPr>
        </p:nvSpPr>
        <p:spPr>
          <a:xfrm>
            <a:off x="4629300" y="2636275"/>
            <a:ext cx="4227600" cy="204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82" name="Google Shape;82;p11"/>
          <p:cNvSpPr/>
          <p:nvPr/>
        </p:nvSpPr>
        <p:spPr>
          <a:xfrm rot="10800000">
            <a:off x="8020323" y="286810"/>
            <a:ext cx="836528" cy="836365"/>
          </a:xfrm>
          <a:custGeom>
            <a:avLst/>
            <a:gdLst/>
            <a:ahLst/>
            <a:cxnLst/>
            <a:rect l="l" t="t" r="r" b="b"/>
            <a:pathLst>
              <a:path w="32645" h="32645" extrusionOk="0">
                <a:moveTo>
                  <a:pt x="2512" y="0"/>
                </a:moveTo>
                <a:lnTo>
                  <a:pt x="2512" y="5023"/>
                </a:lnTo>
                <a:lnTo>
                  <a:pt x="24107" y="5023"/>
                </a:lnTo>
                <a:lnTo>
                  <a:pt x="1" y="29129"/>
                </a:lnTo>
                <a:lnTo>
                  <a:pt x="3516" y="32644"/>
                </a:lnTo>
                <a:lnTo>
                  <a:pt x="27623" y="8538"/>
                </a:lnTo>
                <a:lnTo>
                  <a:pt x="27623" y="30133"/>
                </a:lnTo>
                <a:lnTo>
                  <a:pt x="32645" y="30133"/>
                </a:lnTo>
                <a:lnTo>
                  <a:pt x="32645" y="0"/>
                </a:lnTo>
                <a:close/>
              </a:path>
            </a:pathLst>
          </a:cu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Inter"/>
              <a:ea typeface="Inter"/>
              <a:cs typeface="Inter"/>
              <a:sym typeface="Inte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body and image - Alt 4">
  <p:cSld name="BLANK_1_1_1_1_1_1_1_1_1_1_1_1_3">
    <p:bg>
      <p:bgPr>
        <a:solidFill>
          <a:schemeClr val="lt1"/>
        </a:solidFill>
        <a:effectLst/>
      </p:bgPr>
    </p:bg>
    <p:spTree>
      <p:nvGrpSpPr>
        <p:cNvPr id="1" name="Shape 83"/>
        <p:cNvGrpSpPr/>
        <p:nvPr/>
      </p:nvGrpSpPr>
      <p:grpSpPr>
        <a:xfrm>
          <a:off x="0" y="0"/>
          <a:ext cx="0" cy="0"/>
          <a:chOff x="0" y="0"/>
          <a:chExt cx="0" cy="0"/>
        </a:xfrm>
      </p:grpSpPr>
      <p:sp>
        <p:nvSpPr>
          <p:cNvPr id="84" name="Google Shape;84;p12"/>
          <p:cNvSpPr>
            <a:spLocks noGrp="1"/>
          </p:cNvSpPr>
          <p:nvPr>
            <p:ph type="pic" idx="2"/>
          </p:nvPr>
        </p:nvSpPr>
        <p:spPr>
          <a:xfrm>
            <a:off x="4629750" y="0"/>
            <a:ext cx="4227000" cy="4683600"/>
          </a:xfrm>
          <a:prstGeom prst="roundRect">
            <a:avLst>
              <a:gd name="adj" fmla="val 0"/>
            </a:avLst>
          </a:prstGeom>
          <a:noFill/>
          <a:ln>
            <a:noFill/>
          </a:ln>
        </p:spPr>
      </p:sp>
      <p:sp>
        <p:nvSpPr>
          <p:cNvPr id="85" name="Google Shape;85;p12"/>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86" name="Google Shape;86;p12"/>
          <p:cNvSpPr txBox="1">
            <a:spLocks noGrp="1"/>
          </p:cNvSpPr>
          <p:nvPr>
            <p:ph type="title"/>
          </p:nvPr>
        </p:nvSpPr>
        <p:spPr>
          <a:xfrm>
            <a:off x="283850" y="285900"/>
            <a:ext cx="42276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87" name="Google Shape;87;p12"/>
          <p:cNvSpPr txBox="1">
            <a:spLocks noGrp="1"/>
          </p:cNvSpPr>
          <p:nvPr>
            <p:ph type="body" idx="1"/>
          </p:nvPr>
        </p:nvSpPr>
        <p:spPr>
          <a:xfrm>
            <a:off x="763175" y="2599225"/>
            <a:ext cx="3748800" cy="20844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88" name="Google Shape;88;p12"/>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89" name="Google Shape;89;p12"/>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body and image - Alt 5">
  <p:cSld name="BLANK_1_1_1_1_1_1_1_1_1_1_1_1_3_1_1">
    <p:bg>
      <p:bgPr>
        <a:solidFill>
          <a:schemeClr val="lt1"/>
        </a:solidFill>
        <a:effectLst/>
      </p:bgPr>
    </p:bg>
    <p:spTree>
      <p:nvGrpSpPr>
        <p:cNvPr id="1" name="Shape 90"/>
        <p:cNvGrpSpPr/>
        <p:nvPr/>
      </p:nvGrpSpPr>
      <p:grpSpPr>
        <a:xfrm>
          <a:off x="0" y="0"/>
          <a:ext cx="0" cy="0"/>
          <a:chOff x="0" y="0"/>
          <a:chExt cx="0" cy="0"/>
        </a:xfrm>
      </p:grpSpPr>
      <p:sp>
        <p:nvSpPr>
          <p:cNvPr id="91" name="Google Shape;91;p13"/>
          <p:cNvSpPr>
            <a:spLocks noGrp="1"/>
          </p:cNvSpPr>
          <p:nvPr>
            <p:ph type="pic" idx="2"/>
          </p:nvPr>
        </p:nvSpPr>
        <p:spPr>
          <a:xfrm>
            <a:off x="270275" y="3132475"/>
            <a:ext cx="2770500" cy="1551000"/>
          </a:xfrm>
          <a:prstGeom prst="roundRect">
            <a:avLst>
              <a:gd name="adj" fmla="val 0"/>
            </a:avLst>
          </a:prstGeom>
          <a:noFill/>
          <a:ln>
            <a:noFill/>
          </a:ln>
        </p:spPr>
      </p:sp>
      <p:sp>
        <p:nvSpPr>
          <p:cNvPr id="92" name="Google Shape;92;p13"/>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93" name="Google Shape;93;p13"/>
          <p:cNvSpPr txBox="1">
            <a:spLocks noGrp="1"/>
          </p:cNvSpPr>
          <p:nvPr>
            <p:ph type="title"/>
          </p:nvPr>
        </p:nvSpPr>
        <p:spPr>
          <a:xfrm>
            <a:off x="283850" y="285900"/>
            <a:ext cx="64008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94" name="Google Shape;94;p13"/>
          <p:cNvSpPr txBox="1">
            <a:spLocks noGrp="1"/>
          </p:cNvSpPr>
          <p:nvPr>
            <p:ph type="body" idx="1"/>
          </p:nvPr>
        </p:nvSpPr>
        <p:spPr>
          <a:xfrm>
            <a:off x="6086325" y="2599225"/>
            <a:ext cx="2770500" cy="20844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95" name="Google Shape;95;p13"/>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96" name="Google Shape;96;p13"/>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97" name="Google Shape;97;p13"/>
          <p:cNvSpPr txBox="1">
            <a:spLocks noGrp="1"/>
          </p:cNvSpPr>
          <p:nvPr>
            <p:ph type="body" idx="5"/>
          </p:nvPr>
        </p:nvSpPr>
        <p:spPr>
          <a:xfrm>
            <a:off x="3185700" y="2599225"/>
            <a:ext cx="2770500" cy="2084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body and image - Alt 7">
  <p:cSld name="BLANK_1_1_1_1_1_1_1_1_1_1_1_1_2_1">
    <p:bg>
      <p:bgPr>
        <a:solidFill>
          <a:schemeClr val="lt1"/>
        </a:solidFill>
        <a:effectLst/>
      </p:bgPr>
    </p:bg>
    <p:spTree>
      <p:nvGrpSpPr>
        <p:cNvPr id="1" name="Shape 98"/>
        <p:cNvGrpSpPr/>
        <p:nvPr/>
      </p:nvGrpSpPr>
      <p:grpSpPr>
        <a:xfrm>
          <a:off x="0" y="0"/>
          <a:ext cx="0" cy="0"/>
          <a:chOff x="0" y="0"/>
          <a:chExt cx="0" cy="0"/>
        </a:xfrm>
      </p:grpSpPr>
      <p:sp>
        <p:nvSpPr>
          <p:cNvPr id="99" name="Google Shape;99;p14"/>
          <p:cNvSpPr txBox="1">
            <a:spLocks noGrp="1"/>
          </p:cNvSpPr>
          <p:nvPr>
            <p:ph type="title"/>
          </p:nvPr>
        </p:nvSpPr>
        <p:spPr>
          <a:xfrm>
            <a:off x="4782150" y="285900"/>
            <a:ext cx="40749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00" name="Google Shape;100;p14"/>
          <p:cNvSpPr txBox="1">
            <a:spLocks noGrp="1"/>
          </p:cNvSpPr>
          <p:nvPr>
            <p:ph type="body" idx="1"/>
          </p:nvPr>
        </p:nvSpPr>
        <p:spPr>
          <a:xfrm>
            <a:off x="6086325" y="2636275"/>
            <a:ext cx="2770800" cy="2047200"/>
          </a:xfrm>
          <a:prstGeom prst="rect">
            <a:avLst/>
          </a:prstGeom>
        </p:spPr>
        <p:txBody>
          <a:bodyPr spcFirstLastPara="1" wrap="square" lIns="0" tIns="0" rIns="0" bIns="0" anchor="t" anchorCtr="0">
            <a:noAutofit/>
          </a:bodyPr>
          <a:lstStyle>
            <a:lvl1pPr marL="457200" lvl="0" indent="-292100">
              <a:lnSpc>
                <a:spcPct val="100000"/>
              </a:lnSpc>
              <a:spcBef>
                <a:spcPts val="0"/>
              </a:spcBef>
              <a:spcAft>
                <a:spcPts val="0"/>
              </a:spcAft>
              <a:buClr>
                <a:schemeClr val="dk1"/>
              </a:buClr>
              <a:buSzPts val="1000"/>
              <a:buChar char="●"/>
              <a:defRPr sz="1000">
                <a:solidFill>
                  <a:schemeClr val="dk1"/>
                </a:solidFill>
              </a:defRPr>
            </a:lvl1pPr>
            <a:lvl2pPr marL="914400" lvl="1" indent="-292100">
              <a:lnSpc>
                <a:spcPct val="100000"/>
              </a:lnSpc>
              <a:spcBef>
                <a:spcPts val="0"/>
              </a:spcBef>
              <a:spcAft>
                <a:spcPts val="0"/>
              </a:spcAft>
              <a:buClr>
                <a:schemeClr val="dk1"/>
              </a:buClr>
              <a:buSzPts val="1000"/>
              <a:buChar char="○"/>
              <a:defRPr sz="1000">
                <a:solidFill>
                  <a:schemeClr val="dk1"/>
                </a:solidFill>
              </a:defRPr>
            </a:lvl2pPr>
            <a:lvl3pPr marL="1371600" lvl="2" indent="-292100">
              <a:lnSpc>
                <a:spcPct val="100000"/>
              </a:lnSpc>
              <a:spcBef>
                <a:spcPts val="0"/>
              </a:spcBef>
              <a:spcAft>
                <a:spcPts val="0"/>
              </a:spcAft>
              <a:buClr>
                <a:schemeClr val="dk1"/>
              </a:buClr>
              <a:buSzPts val="1000"/>
              <a:buChar char="■"/>
              <a:defRPr sz="1000">
                <a:solidFill>
                  <a:schemeClr val="dk1"/>
                </a:solidFill>
              </a:defRPr>
            </a:lvl3pPr>
            <a:lvl4pPr marL="1828800" lvl="3" indent="-292100">
              <a:lnSpc>
                <a:spcPct val="100000"/>
              </a:lnSpc>
              <a:spcBef>
                <a:spcPts val="0"/>
              </a:spcBef>
              <a:spcAft>
                <a:spcPts val="0"/>
              </a:spcAft>
              <a:buClr>
                <a:schemeClr val="dk1"/>
              </a:buClr>
              <a:buSzPts val="1000"/>
              <a:buChar char="●"/>
              <a:defRPr sz="1000">
                <a:solidFill>
                  <a:schemeClr val="dk1"/>
                </a:solidFill>
              </a:defRPr>
            </a:lvl4pPr>
            <a:lvl5pPr marL="2286000" lvl="4" indent="-292100">
              <a:lnSpc>
                <a:spcPct val="100000"/>
              </a:lnSpc>
              <a:spcBef>
                <a:spcPts val="0"/>
              </a:spcBef>
              <a:spcAft>
                <a:spcPts val="0"/>
              </a:spcAft>
              <a:buClr>
                <a:schemeClr val="dk1"/>
              </a:buClr>
              <a:buSzPts val="1000"/>
              <a:buChar char="○"/>
              <a:defRPr sz="1000">
                <a:solidFill>
                  <a:schemeClr val="dk1"/>
                </a:solidFill>
              </a:defRPr>
            </a:lvl5pPr>
            <a:lvl6pPr marL="2743200" lvl="5" indent="-292100">
              <a:lnSpc>
                <a:spcPct val="100000"/>
              </a:lnSpc>
              <a:spcBef>
                <a:spcPts val="0"/>
              </a:spcBef>
              <a:spcAft>
                <a:spcPts val="0"/>
              </a:spcAft>
              <a:buClr>
                <a:schemeClr val="dk1"/>
              </a:buClr>
              <a:buSzPts val="1000"/>
              <a:buChar char="■"/>
              <a:defRPr sz="1000">
                <a:solidFill>
                  <a:schemeClr val="dk1"/>
                </a:solidFill>
              </a:defRPr>
            </a:lvl6pPr>
            <a:lvl7pPr marL="3200400" lvl="6" indent="-292100">
              <a:lnSpc>
                <a:spcPct val="100000"/>
              </a:lnSpc>
              <a:spcBef>
                <a:spcPts val="0"/>
              </a:spcBef>
              <a:spcAft>
                <a:spcPts val="0"/>
              </a:spcAft>
              <a:buClr>
                <a:schemeClr val="dk1"/>
              </a:buClr>
              <a:buSzPts val="1000"/>
              <a:buChar char="●"/>
              <a:defRPr sz="1000">
                <a:solidFill>
                  <a:schemeClr val="dk1"/>
                </a:solidFill>
              </a:defRPr>
            </a:lvl7pPr>
            <a:lvl8pPr marL="3657600" lvl="7" indent="-292100">
              <a:lnSpc>
                <a:spcPct val="100000"/>
              </a:lnSpc>
              <a:spcBef>
                <a:spcPts val="0"/>
              </a:spcBef>
              <a:spcAft>
                <a:spcPts val="0"/>
              </a:spcAft>
              <a:buClr>
                <a:schemeClr val="dk1"/>
              </a:buClr>
              <a:buSzPts val="1000"/>
              <a:buChar char="○"/>
              <a:defRPr sz="1000">
                <a:solidFill>
                  <a:schemeClr val="dk1"/>
                </a:solidFill>
              </a:defRPr>
            </a:lvl8pPr>
            <a:lvl9pPr marL="4114800" lvl="8" indent="-292100">
              <a:lnSpc>
                <a:spcPct val="100000"/>
              </a:lnSpc>
              <a:spcBef>
                <a:spcPts val="0"/>
              </a:spcBef>
              <a:spcAft>
                <a:spcPts val="0"/>
              </a:spcAft>
              <a:buClr>
                <a:schemeClr val="dk1"/>
              </a:buClr>
              <a:buSzPts val="1000"/>
              <a:buChar char="■"/>
              <a:defRPr sz="1000">
                <a:solidFill>
                  <a:schemeClr val="dk1"/>
                </a:solidFill>
              </a:defRPr>
            </a:lvl9pPr>
          </a:lstStyle>
          <a:p>
            <a:endParaRPr/>
          </a:p>
        </p:txBody>
      </p:sp>
      <p:sp>
        <p:nvSpPr>
          <p:cNvPr id="101" name="Google Shape;101;p14"/>
          <p:cNvSpPr txBox="1">
            <a:spLocks noGrp="1"/>
          </p:cNvSpPr>
          <p:nvPr>
            <p:ph type="body" idx="2"/>
          </p:nvPr>
        </p:nvSpPr>
        <p:spPr>
          <a:xfrm>
            <a:off x="4782375" y="2636275"/>
            <a:ext cx="1175700" cy="204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02" name="Google Shape;102;p14"/>
          <p:cNvSpPr>
            <a:spLocks noGrp="1"/>
          </p:cNvSpPr>
          <p:nvPr>
            <p:ph type="pic" idx="3"/>
          </p:nvPr>
        </p:nvSpPr>
        <p:spPr>
          <a:xfrm>
            <a:off x="283850" y="0"/>
            <a:ext cx="4227000" cy="4683600"/>
          </a:xfrm>
          <a:prstGeom prst="roundRect">
            <a:avLst>
              <a:gd name="adj" fmla="val 0"/>
            </a:avLst>
          </a:prstGeom>
          <a:noFill/>
          <a:ln>
            <a:noFill/>
          </a:ln>
        </p:spPr>
      </p:sp>
      <p:sp>
        <p:nvSpPr>
          <p:cNvPr id="103" name="Google Shape;103;p14"/>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04" name="Google Shape;104;p14"/>
          <p:cNvSpPr txBox="1">
            <a:spLocks noGrp="1"/>
          </p:cNvSpPr>
          <p:nvPr>
            <p:ph type="title" idx="4"/>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05" name="Google Shape;105;p14"/>
          <p:cNvSpPr txBox="1">
            <a:spLocks noGrp="1"/>
          </p:cNvSpPr>
          <p:nvPr>
            <p:ph type="title" idx="5"/>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big ideas - Alt 2">
  <p:cSld name="BLANK_1_1_1_1_1_1_1_1_1_1_1_1_3_1_2">
    <p:bg>
      <p:bgPr>
        <a:solidFill>
          <a:schemeClr val="lt1"/>
        </a:solidFill>
        <a:effectLst/>
      </p:bgPr>
    </p:bg>
    <p:spTree>
      <p:nvGrpSpPr>
        <p:cNvPr id="1" name="Shape 106"/>
        <p:cNvGrpSpPr/>
        <p:nvPr/>
      </p:nvGrpSpPr>
      <p:grpSpPr>
        <a:xfrm>
          <a:off x="0" y="0"/>
          <a:ext cx="0" cy="0"/>
          <a:chOff x="0" y="0"/>
          <a:chExt cx="0" cy="0"/>
        </a:xfrm>
      </p:grpSpPr>
      <p:sp>
        <p:nvSpPr>
          <p:cNvPr id="107" name="Google Shape;107;p15"/>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08" name="Google Shape;108;p15"/>
          <p:cNvSpPr txBox="1">
            <a:spLocks noGrp="1"/>
          </p:cNvSpPr>
          <p:nvPr>
            <p:ph type="title"/>
          </p:nvPr>
        </p:nvSpPr>
        <p:spPr>
          <a:xfrm>
            <a:off x="283850" y="285900"/>
            <a:ext cx="4227300" cy="7515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18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09" name="Google Shape;109;p15"/>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10" name="Google Shape;110;p15"/>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11" name="Google Shape;111;p15"/>
          <p:cNvSpPr txBox="1">
            <a:spLocks noGrp="1"/>
          </p:cNvSpPr>
          <p:nvPr>
            <p:ph type="body" idx="1"/>
          </p:nvPr>
        </p:nvSpPr>
        <p:spPr>
          <a:xfrm>
            <a:off x="4632000" y="285900"/>
            <a:ext cx="4227300" cy="1154700"/>
          </a:xfrm>
          <a:prstGeom prst="rect">
            <a:avLst/>
          </a:prstGeom>
        </p:spPr>
        <p:txBody>
          <a:bodyPr spcFirstLastPara="1" wrap="square" lIns="0" tIns="0" rIns="0" bIns="0" anchor="t"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12" name="Google Shape;112;p15"/>
          <p:cNvSpPr txBox="1">
            <a:spLocks noGrp="1"/>
          </p:cNvSpPr>
          <p:nvPr>
            <p:ph type="subTitle" idx="4"/>
          </p:nvPr>
        </p:nvSpPr>
        <p:spPr>
          <a:xfrm>
            <a:off x="288625"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3" name="Google Shape;113;p15"/>
          <p:cNvSpPr txBox="1">
            <a:spLocks noGrp="1"/>
          </p:cNvSpPr>
          <p:nvPr>
            <p:ph type="body" idx="5"/>
          </p:nvPr>
        </p:nvSpPr>
        <p:spPr>
          <a:xfrm>
            <a:off x="288625" y="2891825"/>
            <a:ext cx="2050800" cy="1507200"/>
          </a:xfrm>
          <a:prstGeom prst="rect">
            <a:avLst/>
          </a:prstGeom>
        </p:spPr>
        <p:txBody>
          <a:bodyPr spcFirstLastPara="1" wrap="square" lIns="0" tIns="0" rIns="0" bIns="0" anchor="t" anchorCtr="0">
            <a:spAutoFit/>
          </a:bodyPr>
          <a:lstStyle>
            <a:lvl1pPr marL="457200" lvl="0" indent="-292100">
              <a:spcBef>
                <a:spcPts val="0"/>
              </a:spcBef>
              <a:spcAft>
                <a:spcPts val="0"/>
              </a:spcAft>
              <a:buClr>
                <a:schemeClr val="dk1"/>
              </a:buClr>
              <a:buSzPts val="1000"/>
              <a:buChar char="●"/>
              <a:defRPr sz="1000">
                <a:solidFill>
                  <a:schemeClr val="dk1"/>
                </a:solidFill>
              </a:defRPr>
            </a:lvl1pPr>
            <a:lvl2pPr marL="914400" lvl="1" indent="-292100">
              <a:spcBef>
                <a:spcPts val="0"/>
              </a:spcBef>
              <a:spcAft>
                <a:spcPts val="0"/>
              </a:spcAft>
              <a:buClr>
                <a:schemeClr val="dk1"/>
              </a:buClr>
              <a:buSzPts val="1000"/>
              <a:buChar char="○"/>
              <a:defRPr sz="1000">
                <a:solidFill>
                  <a:schemeClr val="dk1"/>
                </a:solidFill>
              </a:defRPr>
            </a:lvl2pPr>
            <a:lvl3pPr marL="1371600" lvl="2" indent="-292100">
              <a:spcBef>
                <a:spcPts val="0"/>
              </a:spcBef>
              <a:spcAft>
                <a:spcPts val="0"/>
              </a:spcAft>
              <a:buClr>
                <a:schemeClr val="dk1"/>
              </a:buClr>
              <a:buSzPts val="1000"/>
              <a:buChar char="■"/>
              <a:defRPr sz="1000">
                <a:solidFill>
                  <a:schemeClr val="dk1"/>
                </a:solidFill>
              </a:defRPr>
            </a:lvl3pPr>
            <a:lvl4pPr marL="1828800" lvl="3" indent="-292100">
              <a:spcBef>
                <a:spcPts val="0"/>
              </a:spcBef>
              <a:spcAft>
                <a:spcPts val="0"/>
              </a:spcAft>
              <a:buClr>
                <a:schemeClr val="dk1"/>
              </a:buClr>
              <a:buSzPts val="1000"/>
              <a:buChar char="●"/>
              <a:defRPr sz="1000">
                <a:solidFill>
                  <a:schemeClr val="dk1"/>
                </a:solidFill>
              </a:defRPr>
            </a:lvl4pPr>
            <a:lvl5pPr marL="2286000" lvl="4" indent="-292100">
              <a:spcBef>
                <a:spcPts val="0"/>
              </a:spcBef>
              <a:spcAft>
                <a:spcPts val="0"/>
              </a:spcAft>
              <a:buClr>
                <a:schemeClr val="dk1"/>
              </a:buClr>
              <a:buSzPts val="1000"/>
              <a:buChar char="○"/>
              <a:defRPr sz="1000">
                <a:solidFill>
                  <a:schemeClr val="dk1"/>
                </a:solidFill>
              </a:defRPr>
            </a:lvl5pPr>
            <a:lvl6pPr marL="2743200" lvl="5" indent="-292100">
              <a:spcBef>
                <a:spcPts val="0"/>
              </a:spcBef>
              <a:spcAft>
                <a:spcPts val="0"/>
              </a:spcAft>
              <a:buClr>
                <a:schemeClr val="dk1"/>
              </a:buClr>
              <a:buSzPts val="1000"/>
              <a:buChar char="■"/>
              <a:defRPr sz="1000">
                <a:solidFill>
                  <a:schemeClr val="dk1"/>
                </a:solidFill>
              </a:defRPr>
            </a:lvl6pPr>
            <a:lvl7pPr marL="3200400" lvl="6" indent="-292100">
              <a:spcBef>
                <a:spcPts val="0"/>
              </a:spcBef>
              <a:spcAft>
                <a:spcPts val="0"/>
              </a:spcAft>
              <a:buClr>
                <a:schemeClr val="dk1"/>
              </a:buClr>
              <a:buSzPts val="1000"/>
              <a:buChar char="●"/>
              <a:defRPr sz="1000">
                <a:solidFill>
                  <a:schemeClr val="dk1"/>
                </a:solidFill>
              </a:defRPr>
            </a:lvl7pPr>
            <a:lvl8pPr marL="3657600" lvl="7" indent="-292100">
              <a:spcBef>
                <a:spcPts val="0"/>
              </a:spcBef>
              <a:spcAft>
                <a:spcPts val="0"/>
              </a:spcAft>
              <a:buClr>
                <a:schemeClr val="dk1"/>
              </a:buClr>
              <a:buSzPts val="1000"/>
              <a:buChar char="○"/>
              <a:defRPr sz="1000">
                <a:solidFill>
                  <a:schemeClr val="dk1"/>
                </a:solidFill>
              </a:defRPr>
            </a:lvl8pPr>
            <a:lvl9pPr marL="4114800" lvl="8" indent="-292100">
              <a:spcBef>
                <a:spcPts val="0"/>
              </a:spcBef>
              <a:spcAft>
                <a:spcPts val="0"/>
              </a:spcAft>
              <a:buClr>
                <a:schemeClr val="dk1"/>
              </a:buClr>
              <a:buSzPts val="1000"/>
              <a:buChar char="■"/>
              <a:defRPr sz="1000">
                <a:solidFill>
                  <a:schemeClr val="dk1"/>
                </a:solidFill>
              </a:defRPr>
            </a:lvl9pPr>
          </a:lstStyle>
          <a:p>
            <a:endParaRPr/>
          </a:p>
        </p:txBody>
      </p:sp>
      <p:sp>
        <p:nvSpPr>
          <p:cNvPr id="114" name="Google Shape;114;p15"/>
          <p:cNvSpPr txBox="1">
            <a:spLocks noGrp="1"/>
          </p:cNvSpPr>
          <p:nvPr>
            <p:ph type="subTitle" idx="6"/>
          </p:nvPr>
        </p:nvSpPr>
        <p:spPr>
          <a:xfrm>
            <a:off x="2456700"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5" name="Google Shape;115;p15"/>
          <p:cNvSpPr txBox="1">
            <a:spLocks noGrp="1"/>
          </p:cNvSpPr>
          <p:nvPr>
            <p:ph type="body" idx="7"/>
          </p:nvPr>
        </p:nvSpPr>
        <p:spPr>
          <a:xfrm>
            <a:off x="2456700"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16" name="Google Shape;116;p15"/>
          <p:cNvSpPr txBox="1">
            <a:spLocks noGrp="1"/>
          </p:cNvSpPr>
          <p:nvPr>
            <p:ph type="subTitle" idx="8"/>
          </p:nvPr>
        </p:nvSpPr>
        <p:spPr>
          <a:xfrm>
            <a:off x="4629375"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7" name="Google Shape;117;p15"/>
          <p:cNvSpPr txBox="1">
            <a:spLocks noGrp="1"/>
          </p:cNvSpPr>
          <p:nvPr>
            <p:ph type="body" idx="9"/>
          </p:nvPr>
        </p:nvSpPr>
        <p:spPr>
          <a:xfrm>
            <a:off x="4629375"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18" name="Google Shape;118;p15"/>
          <p:cNvSpPr txBox="1">
            <a:spLocks noGrp="1"/>
          </p:cNvSpPr>
          <p:nvPr>
            <p:ph type="subTitle" idx="13"/>
          </p:nvPr>
        </p:nvSpPr>
        <p:spPr>
          <a:xfrm>
            <a:off x="6802050" y="1922875"/>
            <a:ext cx="2050800" cy="537600"/>
          </a:xfrm>
          <a:prstGeom prst="rect">
            <a:avLst/>
          </a:prstGeom>
        </p:spPr>
        <p:txBody>
          <a:bodyPr spcFirstLastPara="1" wrap="square" lIns="0" tIns="0" rIns="0" bIns="0" anchor="b" anchorCtr="0">
            <a:noAutofit/>
          </a:bodyPr>
          <a:lstStyle>
            <a:lvl1pPr lvl="0">
              <a:lnSpc>
                <a:spcPct val="70000"/>
              </a:lnSpc>
              <a:spcBef>
                <a:spcPts val="0"/>
              </a:spcBef>
              <a:spcAft>
                <a:spcPts val="0"/>
              </a:spcAft>
              <a:buNone/>
              <a:defRPr sz="3600">
                <a:solidFill>
                  <a:schemeClr val="dk1"/>
                </a:solidFill>
              </a:defRPr>
            </a:lvl1pPr>
            <a:lvl2pPr lvl="1">
              <a:spcBef>
                <a:spcPts val="0"/>
              </a:spcBef>
              <a:spcAft>
                <a:spcPts val="0"/>
              </a:spcAft>
              <a:buClr>
                <a:schemeClr val="dk1"/>
              </a:buClr>
              <a:buSzPts val="1400"/>
              <a:buFont typeface="Inter"/>
              <a:buNone/>
              <a:defRPr>
                <a:solidFill>
                  <a:schemeClr val="dk1"/>
                </a:solidFill>
                <a:latin typeface="Inter"/>
                <a:ea typeface="Inter"/>
                <a:cs typeface="Inter"/>
                <a:sym typeface="Inter"/>
              </a:defRPr>
            </a:lvl2pPr>
            <a:lvl3pPr lvl="2">
              <a:spcBef>
                <a:spcPts val="0"/>
              </a:spcBef>
              <a:spcAft>
                <a:spcPts val="0"/>
              </a:spcAft>
              <a:buClr>
                <a:schemeClr val="dk1"/>
              </a:buClr>
              <a:buSzPts val="1400"/>
              <a:buFont typeface="Inter"/>
              <a:buNone/>
              <a:defRPr>
                <a:solidFill>
                  <a:schemeClr val="dk1"/>
                </a:solidFill>
                <a:latin typeface="Inter"/>
                <a:ea typeface="Inter"/>
                <a:cs typeface="Inter"/>
                <a:sym typeface="Inter"/>
              </a:defRPr>
            </a:lvl3pPr>
            <a:lvl4pPr lvl="3">
              <a:spcBef>
                <a:spcPts val="0"/>
              </a:spcBef>
              <a:spcAft>
                <a:spcPts val="0"/>
              </a:spcAft>
              <a:buClr>
                <a:schemeClr val="dk1"/>
              </a:buClr>
              <a:buSzPts val="1400"/>
              <a:buFont typeface="Inter"/>
              <a:buNone/>
              <a:defRPr>
                <a:solidFill>
                  <a:schemeClr val="dk1"/>
                </a:solidFill>
                <a:latin typeface="Inter"/>
                <a:ea typeface="Inter"/>
                <a:cs typeface="Inter"/>
                <a:sym typeface="Inter"/>
              </a:defRPr>
            </a:lvl4pPr>
            <a:lvl5pPr lvl="4">
              <a:spcBef>
                <a:spcPts val="0"/>
              </a:spcBef>
              <a:spcAft>
                <a:spcPts val="0"/>
              </a:spcAft>
              <a:buClr>
                <a:schemeClr val="dk1"/>
              </a:buClr>
              <a:buSzPts val="1400"/>
              <a:buFont typeface="Inter"/>
              <a:buNone/>
              <a:defRPr>
                <a:solidFill>
                  <a:schemeClr val="dk1"/>
                </a:solidFill>
                <a:latin typeface="Inter"/>
                <a:ea typeface="Inter"/>
                <a:cs typeface="Inter"/>
                <a:sym typeface="Inter"/>
              </a:defRPr>
            </a:lvl5pPr>
            <a:lvl6pPr lvl="5">
              <a:spcBef>
                <a:spcPts val="0"/>
              </a:spcBef>
              <a:spcAft>
                <a:spcPts val="0"/>
              </a:spcAft>
              <a:buClr>
                <a:schemeClr val="dk1"/>
              </a:buClr>
              <a:buSzPts val="1400"/>
              <a:buFont typeface="Inter"/>
              <a:buNone/>
              <a:defRPr>
                <a:solidFill>
                  <a:schemeClr val="dk1"/>
                </a:solidFill>
                <a:latin typeface="Inter"/>
                <a:ea typeface="Inter"/>
                <a:cs typeface="Inter"/>
                <a:sym typeface="Inter"/>
              </a:defRPr>
            </a:lvl6pPr>
            <a:lvl7pPr lvl="6">
              <a:spcBef>
                <a:spcPts val="0"/>
              </a:spcBef>
              <a:spcAft>
                <a:spcPts val="0"/>
              </a:spcAft>
              <a:buClr>
                <a:schemeClr val="dk1"/>
              </a:buClr>
              <a:buSzPts val="1400"/>
              <a:buFont typeface="Inter"/>
              <a:buNone/>
              <a:defRPr>
                <a:solidFill>
                  <a:schemeClr val="dk1"/>
                </a:solidFill>
                <a:latin typeface="Inter"/>
                <a:ea typeface="Inter"/>
                <a:cs typeface="Inter"/>
                <a:sym typeface="Inter"/>
              </a:defRPr>
            </a:lvl7pPr>
            <a:lvl8pPr lvl="7">
              <a:spcBef>
                <a:spcPts val="0"/>
              </a:spcBef>
              <a:spcAft>
                <a:spcPts val="0"/>
              </a:spcAft>
              <a:buClr>
                <a:schemeClr val="dk1"/>
              </a:buClr>
              <a:buSzPts val="1400"/>
              <a:buFont typeface="Inter"/>
              <a:buNone/>
              <a:defRPr>
                <a:solidFill>
                  <a:schemeClr val="dk1"/>
                </a:solidFill>
                <a:latin typeface="Inter"/>
                <a:ea typeface="Inter"/>
                <a:cs typeface="Inter"/>
                <a:sym typeface="Inter"/>
              </a:defRPr>
            </a:lvl8pPr>
            <a:lvl9pPr lvl="8">
              <a:spcBef>
                <a:spcPts val="0"/>
              </a:spcBef>
              <a:spcAft>
                <a:spcPts val="0"/>
              </a:spcAft>
              <a:buClr>
                <a:schemeClr val="dk1"/>
              </a:buClr>
              <a:buSzPts val="1400"/>
              <a:buFont typeface="Inter"/>
              <a:buNone/>
              <a:defRPr>
                <a:solidFill>
                  <a:schemeClr val="dk1"/>
                </a:solidFill>
                <a:latin typeface="Inter"/>
                <a:ea typeface="Inter"/>
                <a:cs typeface="Inter"/>
                <a:sym typeface="Inter"/>
              </a:defRPr>
            </a:lvl9pPr>
          </a:lstStyle>
          <a:p>
            <a:endParaRPr/>
          </a:p>
        </p:txBody>
      </p:sp>
      <p:sp>
        <p:nvSpPr>
          <p:cNvPr id="119" name="Google Shape;119;p15"/>
          <p:cNvSpPr txBox="1">
            <a:spLocks noGrp="1"/>
          </p:cNvSpPr>
          <p:nvPr>
            <p:ph type="body" idx="14"/>
          </p:nvPr>
        </p:nvSpPr>
        <p:spPr>
          <a:xfrm>
            <a:off x="6802050" y="2891825"/>
            <a:ext cx="2050800" cy="15072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big ideas - Alt 5">
  <p:cSld name="BLANK_1_1_1_1_1_1_1_1_1_1_1_1_1_2_1_2_1">
    <p:bg>
      <p:bgPr>
        <a:solidFill>
          <a:schemeClr val="lt1"/>
        </a:solidFill>
        <a:effectLst/>
      </p:bgPr>
    </p:bg>
    <p:spTree>
      <p:nvGrpSpPr>
        <p:cNvPr id="1" name="Shape 120"/>
        <p:cNvGrpSpPr/>
        <p:nvPr/>
      </p:nvGrpSpPr>
      <p:grpSpPr>
        <a:xfrm>
          <a:off x="0" y="0"/>
          <a:ext cx="0" cy="0"/>
          <a:chOff x="0" y="0"/>
          <a:chExt cx="0" cy="0"/>
        </a:xfrm>
      </p:grpSpPr>
      <p:sp>
        <p:nvSpPr>
          <p:cNvPr id="121" name="Google Shape;121;p16"/>
          <p:cNvSpPr txBox="1">
            <a:spLocks noGrp="1"/>
          </p:cNvSpPr>
          <p:nvPr>
            <p:ph type="subTitle" idx="1"/>
          </p:nvPr>
        </p:nvSpPr>
        <p:spPr>
          <a:xfrm>
            <a:off x="288625" y="2636275"/>
            <a:ext cx="1005000" cy="972000"/>
          </a:xfrm>
          <a:prstGeom prst="rect">
            <a:avLst/>
          </a:prstGeom>
        </p:spPr>
        <p:txBody>
          <a:bodyPr spcFirstLastPara="1" wrap="square" lIns="0" tIns="0" rIns="0" bIns="0" anchor="t"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22" name="Google Shape;122;p16"/>
          <p:cNvSpPr txBox="1">
            <a:spLocks noGrp="1"/>
          </p:cNvSpPr>
          <p:nvPr>
            <p:ph type="subTitle" idx="2"/>
          </p:nvPr>
        </p:nvSpPr>
        <p:spPr>
          <a:xfrm>
            <a:off x="288625" y="37169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23" name="Google Shape;123;p16"/>
          <p:cNvSpPr txBox="1">
            <a:spLocks noGrp="1"/>
          </p:cNvSpPr>
          <p:nvPr>
            <p:ph type="subTitle" idx="3"/>
          </p:nvPr>
        </p:nvSpPr>
        <p:spPr>
          <a:xfrm>
            <a:off x="288625" y="15555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24" name="Google Shape;124;p16"/>
          <p:cNvSpPr txBox="1">
            <a:spLocks noGrp="1"/>
          </p:cNvSpPr>
          <p:nvPr>
            <p:ph type="body" idx="4"/>
          </p:nvPr>
        </p:nvSpPr>
        <p:spPr>
          <a:xfrm>
            <a:off x="6091950" y="2635425"/>
            <a:ext cx="2764800" cy="972000"/>
          </a:xfrm>
          <a:prstGeom prst="rect">
            <a:avLst/>
          </a:prstGeom>
        </p:spPr>
        <p:txBody>
          <a:bodyPr spcFirstLastPara="1" wrap="square" lIns="0" tIns="0" rIns="0" bIns="0" anchor="ctr" anchorCtr="0">
            <a:noAutofit/>
          </a:bodyPr>
          <a:lstStyle>
            <a:lvl1pPr marL="457200" lvl="0" indent="-292100">
              <a:lnSpc>
                <a:spcPct val="100000"/>
              </a:lnSpc>
              <a:spcBef>
                <a:spcPts val="0"/>
              </a:spcBef>
              <a:spcAft>
                <a:spcPts val="0"/>
              </a:spcAft>
              <a:buClr>
                <a:schemeClr val="dk1"/>
              </a:buClr>
              <a:buSzPts val="1000"/>
              <a:buFont typeface="Inter"/>
              <a:buChar char="●"/>
              <a:defRPr sz="1000">
                <a:solidFill>
                  <a:schemeClr val="dk1"/>
                </a:solidFill>
              </a:defRPr>
            </a:lvl1pPr>
            <a:lvl2pPr marL="914400" lvl="1" indent="-292100">
              <a:lnSpc>
                <a:spcPct val="100000"/>
              </a:lnSpc>
              <a:spcBef>
                <a:spcPts val="0"/>
              </a:spcBef>
              <a:spcAft>
                <a:spcPts val="0"/>
              </a:spcAft>
              <a:buClr>
                <a:schemeClr val="dk1"/>
              </a:buClr>
              <a:buSzPts val="1000"/>
              <a:buFont typeface="Inter"/>
              <a:buChar char="○"/>
              <a:defRPr sz="1000">
                <a:solidFill>
                  <a:schemeClr val="dk1"/>
                </a:solidFill>
              </a:defRPr>
            </a:lvl2pPr>
            <a:lvl3pPr marL="1371600" lvl="2" indent="-292100">
              <a:lnSpc>
                <a:spcPct val="100000"/>
              </a:lnSpc>
              <a:spcBef>
                <a:spcPts val="0"/>
              </a:spcBef>
              <a:spcAft>
                <a:spcPts val="0"/>
              </a:spcAft>
              <a:buClr>
                <a:schemeClr val="dk1"/>
              </a:buClr>
              <a:buSzPts val="1000"/>
              <a:buFont typeface="Inter"/>
              <a:buChar char="■"/>
              <a:defRPr sz="1000">
                <a:solidFill>
                  <a:schemeClr val="dk1"/>
                </a:solidFill>
              </a:defRPr>
            </a:lvl3pPr>
            <a:lvl4pPr marL="1828800" lvl="3" indent="-292100">
              <a:lnSpc>
                <a:spcPct val="100000"/>
              </a:lnSpc>
              <a:spcBef>
                <a:spcPts val="0"/>
              </a:spcBef>
              <a:spcAft>
                <a:spcPts val="0"/>
              </a:spcAft>
              <a:buClr>
                <a:schemeClr val="dk1"/>
              </a:buClr>
              <a:buSzPts val="1000"/>
              <a:buFont typeface="Inter"/>
              <a:buChar char="●"/>
              <a:defRPr sz="1000">
                <a:solidFill>
                  <a:schemeClr val="dk1"/>
                </a:solidFill>
              </a:defRPr>
            </a:lvl4pPr>
            <a:lvl5pPr marL="2286000" lvl="4" indent="-292100">
              <a:lnSpc>
                <a:spcPct val="100000"/>
              </a:lnSpc>
              <a:spcBef>
                <a:spcPts val="0"/>
              </a:spcBef>
              <a:spcAft>
                <a:spcPts val="0"/>
              </a:spcAft>
              <a:buClr>
                <a:schemeClr val="dk1"/>
              </a:buClr>
              <a:buSzPts val="1000"/>
              <a:buFont typeface="Inter"/>
              <a:buChar char="○"/>
              <a:defRPr sz="1000">
                <a:solidFill>
                  <a:schemeClr val="dk1"/>
                </a:solidFill>
              </a:defRPr>
            </a:lvl5pPr>
            <a:lvl6pPr marL="2743200" lvl="5" indent="-292100">
              <a:lnSpc>
                <a:spcPct val="100000"/>
              </a:lnSpc>
              <a:spcBef>
                <a:spcPts val="0"/>
              </a:spcBef>
              <a:spcAft>
                <a:spcPts val="0"/>
              </a:spcAft>
              <a:buClr>
                <a:schemeClr val="dk1"/>
              </a:buClr>
              <a:buSzPts val="1000"/>
              <a:buFont typeface="Inter"/>
              <a:buChar char="■"/>
              <a:defRPr sz="1000">
                <a:solidFill>
                  <a:schemeClr val="dk1"/>
                </a:solidFill>
              </a:defRPr>
            </a:lvl6pPr>
            <a:lvl7pPr marL="3200400" lvl="6" indent="-292100">
              <a:lnSpc>
                <a:spcPct val="100000"/>
              </a:lnSpc>
              <a:spcBef>
                <a:spcPts val="0"/>
              </a:spcBef>
              <a:spcAft>
                <a:spcPts val="0"/>
              </a:spcAft>
              <a:buClr>
                <a:schemeClr val="dk1"/>
              </a:buClr>
              <a:buSzPts val="1000"/>
              <a:buFont typeface="Inter"/>
              <a:buChar char="●"/>
              <a:defRPr sz="1000">
                <a:solidFill>
                  <a:schemeClr val="dk1"/>
                </a:solidFill>
              </a:defRPr>
            </a:lvl7pPr>
            <a:lvl8pPr marL="3657600" lvl="7" indent="-292100">
              <a:lnSpc>
                <a:spcPct val="100000"/>
              </a:lnSpc>
              <a:spcBef>
                <a:spcPts val="0"/>
              </a:spcBef>
              <a:spcAft>
                <a:spcPts val="0"/>
              </a:spcAft>
              <a:buClr>
                <a:schemeClr val="dk1"/>
              </a:buClr>
              <a:buSzPts val="1000"/>
              <a:buFont typeface="Inter"/>
              <a:buChar char="○"/>
              <a:defRPr sz="1000">
                <a:solidFill>
                  <a:schemeClr val="dk1"/>
                </a:solidFill>
              </a:defRPr>
            </a:lvl8pPr>
            <a:lvl9pPr marL="4114800" lvl="8" indent="-292100">
              <a:lnSpc>
                <a:spcPct val="100000"/>
              </a:lnSpc>
              <a:spcBef>
                <a:spcPts val="0"/>
              </a:spcBef>
              <a:spcAft>
                <a:spcPts val="0"/>
              </a:spcAft>
              <a:buClr>
                <a:schemeClr val="dk1"/>
              </a:buClr>
              <a:buSzPts val="1000"/>
              <a:buFont typeface="Inter"/>
              <a:buChar char="■"/>
              <a:defRPr sz="1000">
                <a:solidFill>
                  <a:schemeClr val="dk1"/>
                </a:solidFill>
              </a:defRPr>
            </a:lvl9pPr>
          </a:lstStyle>
          <a:p>
            <a:endParaRPr/>
          </a:p>
        </p:txBody>
      </p:sp>
      <p:sp>
        <p:nvSpPr>
          <p:cNvPr id="125" name="Google Shape;125;p16"/>
          <p:cNvSpPr txBox="1">
            <a:spLocks noGrp="1"/>
          </p:cNvSpPr>
          <p:nvPr>
            <p:ph type="body" idx="5"/>
          </p:nvPr>
        </p:nvSpPr>
        <p:spPr>
          <a:xfrm>
            <a:off x="6091950" y="3706763"/>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26" name="Google Shape;126;p16"/>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27" name="Google Shape;127;p16"/>
          <p:cNvSpPr txBox="1">
            <a:spLocks noGrp="1"/>
          </p:cNvSpPr>
          <p:nvPr>
            <p:ph type="title"/>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28" name="Google Shape;128;p16"/>
          <p:cNvSpPr txBox="1">
            <a:spLocks noGrp="1"/>
          </p:cNvSpPr>
          <p:nvPr>
            <p:ph type="body" idx="6"/>
          </p:nvPr>
        </p:nvSpPr>
        <p:spPr>
          <a:xfrm>
            <a:off x="6091950" y="155387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29" name="Google Shape;129;p16"/>
          <p:cNvSpPr txBox="1">
            <a:spLocks noGrp="1"/>
          </p:cNvSpPr>
          <p:nvPr>
            <p:ph type="title" idx="7"/>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30" name="Google Shape;130;p16"/>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31" name="Google Shape;131;p16"/>
          <p:cNvSpPr txBox="1">
            <a:spLocks noGrp="1"/>
          </p:cNvSpPr>
          <p:nvPr>
            <p:ph type="subTitle" idx="9"/>
          </p:nvPr>
        </p:nvSpPr>
        <p:spPr>
          <a:xfrm>
            <a:off x="1648600" y="2636275"/>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4"/>
              </a:buClr>
              <a:buSzPts val="3600"/>
              <a:buFont typeface="Inter"/>
              <a:buNone/>
              <a:defRPr sz="3600">
                <a:solidFill>
                  <a:schemeClr val="accent4"/>
                </a:solidFill>
              </a:defRPr>
            </a:lvl1pPr>
            <a:lvl2pPr lvl="1">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2pPr>
            <a:lvl3pPr lvl="2">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3pPr>
            <a:lvl4pPr lvl="3">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4pPr>
            <a:lvl5pPr lvl="4">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5pPr>
            <a:lvl6pPr lvl="5">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6pPr>
            <a:lvl7pPr lvl="6">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7pPr>
            <a:lvl8pPr lvl="7">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8pPr>
            <a:lvl9pPr lvl="8">
              <a:spcBef>
                <a:spcPts val="0"/>
              </a:spcBef>
              <a:spcAft>
                <a:spcPts val="0"/>
              </a:spcAft>
              <a:buClr>
                <a:schemeClr val="accent4"/>
              </a:buClr>
              <a:buSzPts val="3600"/>
              <a:buFont typeface="Inter"/>
              <a:buNone/>
              <a:defRPr sz="3600">
                <a:solidFill>
                  <a:schemeClr val="accent4"/>
                </a:solidFill>
                <a:latin typeface="Inter"/>
                <a:ea typeface="Inter"/>
                <a:cs typeface="Inter"/>
                <a:sym typeface="Inter"/>
              </a:defRPr>
            </a:lvl9pPr>
          </a:lstStyle>
          <a:p>
            <a:endParaRPr/>
          </a:p>
        </p:txBody>
      </p:sp>
      <p:sp>
        <p:nvSpPr>
          <p:cNvPr id="132" name="Google Shape;132;p16"/>
          <p:cNvSpPr txBox="1">
            <a:spLocks noGrp="1"/>
          </p:cNvSpPr>
          <p:nvPr>
            <p:ph type="subTitle" idx="13"/>
          </p:nvPr>
        </p:nvSpPr>
        <p:spPr>
          <a:xfrm>
            <a:off x="1648600" y="1552438"/>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1"/>
              </a:buClr>
              <a:buSzPts val="3600"/>
              <a:buFont typeface="Inter"/>
              <a:buNone/>
              <a:defRPr sz="3600">
                <a:solidFill>
                  <a:schemeClr val="accent1"/>
                </a:solidFill>
              </a:defRPr>
            </a:lvl1pPr>
            <a:lvl2pPr lvl="1">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2pPr>
            <a:lvl3pPr lvl="2">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3pPr>
            <a:lvl4pPr lvl="3">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4pPr>
            <a:lvl5pPr lvl="4">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5pPr>
            <a:lvl6pPr lvl="5">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6pPr>
            <a:lvl7pPr lvl="6">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7pPr>
            <a:lvl8pPr lvl="7">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8pPr>
            <a:lvl9pPr lvl="8">
              <a:spcBef>
                <a:spcPts val="0"/>
              </a:spcBef>
              <a:spcAft>
                <a:spcPts val="0"/>
              </a:spcAft>
              <a:buClr>
                <a:schemeClr val="accent1"/>
              </a:buClr>
              <a:buSzPts val="3600"/>
              <a:buFont typeface="Inter"/>
              <a:buNone/>
              <a:defRPr sz="3600">
                <a:solidFill>
                  <a:schemeClr val="accent1"/>
                </a:solidFill>
                <a:latin typeface="Inter"/>
                <a:ea typeface="Inter"/>
                <a:cs typeface="Inter"/>
                <a:sym typeface="Inter"/>
              </a:defRPr>
            </a:lvl9pPr>
          </a:lstStyle>
          <a:p>
            <a:endParaRPr/>
          </a:p>
        </p:txBody>
      </p:sp>
      <p:sp>
        <p:nvSpPr>
          <p:cNvPr id="133" name="Google Shape;133;p16"/>
          <p:cNvSpPr txBox="1">
            <a:spLocks noGrp="1"/>
          </p:cNvSpPr>
          <p:nvPr>
            <p:ph type="subTitle" idx="14"/>
          </p:nvPr>
        </p:nvSpPr>
        <p:spPr>
          <a:xfrm>
            <a:off x="1648600" y="3707613"/>
            <a:ext cx="4095900" cy="972000"/>
          </a:xfrm>
          <a:prstGeom prst="rect">
            <a:avLst/>
          </a:prstGeom>
        </p:spPr>
        <p:txBody>
          <a:bodyPr spcFirstLastPara="1" wrap="square" lIns="0" tIns="0" rIns="0" bIns="0" anchor="ctr" anchorCtr="0">
            <a:normAutofit/>
          </a:bodyPr>
          <a:lstStyle>
            <a:lvl1pPr lvl="0">
              <a:spcBef>
                <a:spcPts val="0"/>
              </a:spcBef>
              <a:spcAft>
                <a:spcPts val="0"/>
              </a:spcAft>
              <a:buClr>
                <a:schemeClr val="accent5"/>
              </a:buClr>
              <a:buSzPts val="3600"/>
              <a:buFont typeface="Inter"/>
              <a:buNone/>
              <a:defRPr sz="3600">
                <a:solidFill>
                  <a:schemeClr val="accent5"/>
                </a:solidFill>
              </a:defRPr>
            </a:lvl1pPr>
            <a:lvl2pPr lvl="1">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2pPr>
            <a:lvl3pPr lvl="2">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3pPr>
            <a:lvl4pPr lvl="3">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4pPr>
            <a:lvl5pPr lvl="4">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5pPr>
            <a:lvl6pPr lvl="5">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6pPr>
            <a:lvl7pPr lvl="6">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7pPr>
            <a:lvl8pPr lvl="7">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8pPr>
            <a:lvl9pPr lvl="8">
              <a:spcBef>
                <a:spcPts val="0"/>
              </a:spcBef>
              <a:spcAft>
                <a:spcPts val="0"/>
              </a:spcAft>
              <a:buClr>
                <a:schemeClr val="accent5"/>
              </a:buClr>
              <a:buSzPts val="3600"/>
              <a:buFont typeface="Inter"/>
              <a:buNone/>
              <a:defRPr sz="3600">
                <a:solidFill>
                  <a:schemeClr val="accent5"/>
                </a:solidFill>
                <a:latin typeface="Inter"/>
                <a:ea typeface="Inter"/>
                <a:cs typeface="Inter"/>
                <a:sym typeface="Inte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hree big ideas - Alt 6">
  <p:cSld name="BLANK_1_1_1_1_1_1_1_1_1_1_1_1_1_2_1_2_1_1">
    <p:bg>
      <p:bgPr>
        <a:solidFill>
          <a:schemeClr val="lt1"/>
        </a:solidFill>
        <a:effectLst/>
      </p:bgPr>
    </p:bg>
    <p:spTree>
      <p:nvGrpSpPr>
        <p:cNvPr id="1" name="Shape 134"/>
        <p:cNvGrpSpPr/>
        <p:nvPr/>
      </p:nvGrpSpPr>
      <p:grpSpPr>
        <a:xfrm>
          <a:off x="0" y="0"/>
          <a:ext cx="0" cy="0"/>
          <a:chOff x="0" y="0"/>
          <a:chExt cx="0" cy="0"/>
        </a:xfrm>
      </p:grpSpPr>
      <p:sp>
        <p:nvSpPr>
          <p:cNvPr id="135" name="Google Shape;135;p17"/>
          <p:cNvSpPr txBox="1">
            <a:spLocks noGrp="1"/>
          </p:cNvSpPr>
          <p:nvPr>
            <p:ph type="subTitle" idx="1"/>
          </p:nvPr>
        </p:nvSpPr>
        <p:spPr>
          <a:xfrm>
            <a:off x="3185700" y="37169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36" name="Google Shape;136;p17"/>
          <p:cNvSpPr txBox="1">
            <a:spLocks noGrp="1"/>
          </p:cNvSpPr>
          <p:nvPr>
            <p:ph type="subTitle" idx="2"/>
          </p:nvPr>
        </p:nvSpPr>
        <p:spPr>
          <a:xfrm>
            <a:off x="1736388" y="26362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37" name="Google Shape;137;p17"/>
          <p:cNvSpPr txBox="1">
            <a:spLocks noGrp="1"/>
          </p:cNvSpPr>
          <p:nvPr>
            <p:ph type="subTitle" idx="3"/>
          </p:nvPr>
        </p:nvSpPr>
        <p:spPr>
          <a:xfrm>
            <a:off x="288625" y="1555575"/>
            <a:ext cx="1005000" cy="972000"/>
          </a:xfrm>
          <a:prstGeom prst="rect">
            <a:avLst/>
          </a:prstGeom>
        </p:spPr>
        <p:txBody>
          <a:bodyPr spcFirstLastPara="1" wrap="square" lIns="0" tIns="0" rIns="0" bIns="0" anchor="ctr" anchorCtr="0">
            <a:normAutofit/>
          </a:bodyPr>
          <a:lstStyle>
            <a:lvl1pPr lvl="0" algn="ctr">
              <a:lnSpc>
                <a:spcPct val="90000"/>
              </a:lnSpc>
              <a:spcBef>
                <a:spcPts val="0"/>
              </a:spcBef>
              <a:spcAft>
                <a:spcPts val="0"/>
              </a:spcAft>
              <a:buClr>
                <a:schemeClr val="dk1"/>
              </a:buClr>
              <a:buSzPts val="3600"/>
              <a:buFont typeface="Inter"/>
              <a:buNone/>
              <a:defRPr sz="3600">
                <a:solidFill>
                  <a:schemeClr val="dk1"/>
                </a:solidFill>
              </a:defRPr>
            </a:lvl1pPr>
            <a:lvl2pPr lvl="1"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2pPr>
            <a:lvl3pPr lvl="2"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3pPr>
            <a:lvl4pPr lvl="3"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4pPr>
            <a:lvl5pPr lvl="4"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5pPr>
            <a:lvl6pPr lvl="5"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6pPr>
            <a:lvl7pPr lvl="6"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7pPr>
            <a:lvl8pPr lvl="7"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8pPr>
            <a:lvl9pPr lvl="8" algn="ctr">
              <a:lnSpc>
                <a:spcPct val="90000"/>
              </a:lnSpc>
              <a:spcBef>
                <a:spcPts val="0"/>
              </a:spcBef>
              <a:spcAft>
                <a:spcPts val="0"/>
              </a:spcAft>
              <a:buClr>
                <a:schemeClr val="dk1"/>
              </a:buClr>
              <a:buSzPts val="3600"/>
              <a:buFont typeface="Inter"/>
              <a:buNone/>
              <a:defRPr sz="3600">
                <a:solidFill>
                  <a:schemeClr val="dk1"/>
                </a:solidFill>
                <a:latin typeface="Inter"/>
                <a:ea typeface="Inter"/>
                <a:cs typeface="Inter"/>
                <a:sym typeface="Inter"/>
              </a:defRPr>
            </a:lvl9pPr>
          </a:lstStyle>
          <a:p>
            <a:endParaRPr/>
          </a:p>
        </p:txBody>
      </p:sp>
      <p:sp>
        <p:nvSpPr>
          <p:cNvPr id="138" name="Google Shape;138;p17"/>
          <p:cNvSpPr txBox="1">
            <a:spLocks noGrp="1"/>
          </p:cNvSpPr>
          <p:nvPr>
            <p:ph type="body" idx="4"/>
          </p:nvPr>
        </p:nvSpPr>
        <p:spPr>
          <a:xfrm>
            <a:off x="3187500" y="2635425"/>
            <a:ext cx="4227000" cy="972000"/>
          </a:xfrm>
          <a:prstGeom prst="rect">
            <a:avLst/>
          </a:prstGeom>
        </p:spPr>
        <p:txBody>
          <a:bodyPr spcFirstLastPara="1" wrap="square" lIns="0" tIns="0" rIns="0" bIns="0" anchor="ctr" anchorCtr="0">
            <a:noAutofit/>
          </a:bodyPr>
          <a:lstStyle>
            <a:lvl1pPr marL="457200" lvl="0" indent="-304800">
              <a:lnSpc>
                <a:spcPct val="100000"/>
              </a:lnSpc>
              <a:spcBef>
                <a:spcPts val="0"/>
              </a:spcBef>
              <a:spcAft>
                <a:spcPts val="0"/>
              </a:spcAft>
              <a:buClr>
                <a:schemeClr val="dk1"/>
              </a:buClr>
              <a:buSzPts val="1200"/>
              <a:buFont typeface="Inter"/>
              <a:buChar char="●"/>
              <a:defRPr>
                <a:solidFill>
                  <a:schemeClr val="dk1"/>
                </a:solidFill>
              </a:defRPr>
            </a:lvl1pPr>
            <a:lvl2pPr marL="914400" lvl="1" indent="-304800">
              <a:lnSpc>
                <a:spcPct val="100000"/>
              </a:lnSpc>
              <a:spcBef>
                <a:spcPts val="0"/>
              </a:spcBef>
              <a:spcAft>
                <a:spcPts val="0"/>
              </a:spcAft>
              <a:buClr>
                <a:schemeClr val="dk1"/>
              </a:buClr>
              <a:buSzPts val="1200"/>
              <a:buFont typeface="Inter"/>
              <a:buChar char="○"/>
              <a:defRPr>
                <a:solidFill>
                  <a:schemeClr val="dk1"/>
                </a:solidFill>
              </a:defRPr>
            </a:lvl2pPr>
            <a:lvl3pPr marL="1371600" lvl="2" indent="-304800">
              <a:lnSpc>
                <a:spcPct val="100000"/>
              </a:lnSpc>
              <a:spcBef>
                <a:spcPts val="0"/>
              </a:spcBef>
              <a:spcAft>
                <a:spcPts val="0"/>
              </a:spcAft>
              <a:buClr>
                <a:schemeClr val="dk1"/>
              </a:buClr>
              <a:buSzPts val="1200"/>
              <a:buFont typeface="Inter"/>
              <a:buChar char="■"/>
              <a:defRPr>
                <a:solidFill>
                  <a:schemeClr val="dk1"/>
                </a:solidFill>
              </a:defRPr>
            </a:lvl3pPr>
            <a:lvl4pPr marL="1828800" lvl="3" indent="-304800">
              <a:lnSpc>
                <a:spcPct val="100000"/>
              </a:lnSpc>
              <a:spcBef>
                <a:spcPts val="0"/>
              </a:spcBef>
              <a:spcAft>
                <a:spcPts val="0"/>
              </a:spcAft>
              <a:buClr>
                <a:schemeClr val="dk1"/>
              </a:buClr>
              <a:buSzPts val="1200"/>
              <a:buFont typeface="Inter"/>
              <a:buChar char="●"/>
              <a:defRPr>
                <a:solidFill>
                  <a:schemeClr val="dk1"/>
                </a:solidFill>
              </a:defRPr>
            </a:lvl4pPr>
            <a:lvl5pPr marL="2286000" lvl="4" indent="-304800">
              <a:lnSpc>
                <a:spcPct val="100000"/>
              </a:lnSpc>
              <a:spcBef>
                <a:spcPts val="0"/>
              </a:spcBef>
              <a:spcAft>
                <a:spcPts val="0"/>
              </a:spcAft>
              <a:buClr>
                <a:schemeClr val="dk1"/>
              </a:buClr>
              <a:buSzPts val="1200"/>
              <a:buFont typeface="Inter"/>
              <a:buChar char="○"/>
              <a:defRPr>
                <a:solidFill>
                  <a:schemeClr val="dk1"/>
                </a:solidFill>
              </a:defRPr>
            </a:lvl5pPr>
            <a:lvl6pPr marL="2743200" lvl="5" indent="-304800">
              <a:lnSpc>
                <a:spcPct val="100000"/>
              </a:lnSpc>
              <a:spcBef>
                <a:spcPts val="0"/>
              </a:spcBef>
              <a:spcAft>
                <a:spcPts val="0"/>
              </a:spcAft>
              <a:buClr>
                <a:schemeClr val="dk1"/>
              </a:buClr>
              <a:buSzPts val="1200"/>
              <a:buFont typeface="Inter"/>
              <a:buChar char="■"/>
              <a:defRPr>
                <a:solidFill>
                  <a:schemeClr val="dk1"/>
                </a:solidFill>
              </a:defRPr>
            </a:lvl6pPr>
            <a:lvl7pPr marL="3200400" lvl="6" indent="-304800">
              <a:lnSpc>
                <a:spcPct val="100000"/>
              </a:lnSpc>
              <a:spcBef>
                <a:spcPts val="0"/>
              </a:spcBef>
              <a:spcAft>
                <a:spcPts val="0"/>
              </a:spcAft>
              <a:buClr>
                <a:schemeClr val="dk1"/>
              </a:buClr>
              <a:buSzPts val="1200"/>
              <a:buFont typeface="Inter"/>
              <a:buChar char="●"/>
              <a:defRPr>
                <a:solidFill>
                  <a:schemeClr val="dk1"/>
                </a:solidFill>
              </a:defRPr>
            </a:lvl7pPr>
            <a:lvl8pPr marL="3657600" lvl="7" indent="-304800">
              <a:lnSpc>
                <a:spcPct val="100000"/>
              </a:lnSpc>
              <a:spcBef>
                <a:spcPts val="0"/>
              </a:spcBef>
              <a:spcAft>
                <a:spcPts val="0"/>
              </a:spcAft>
              <a:buClr>
                <a:schemeClr val="dk1"/>
              </a:buClr>
              <a:buSzPts val="1200"/>
              <a:buFont typeface="Inter"/>
              <a:buChar char="○"/>
              <a:defRPr>
                <a:solidFill>
                  <a:schemeClr val="dk1"/>
                </a:solidFill>
              </a:defRPr>
            </a:lvl8pPr>
            <a:lvl9pPr marL="4114800" lvl="8" indent="-304800">
              <a:lnSpc>
                <a:spcPct val="100000"/>
              </a:lnSpc>
              <a:spcBef>
                <a:spcPts val="0"/>
              </a:spcBef>
              <a:spcAft>
                <a:spcPts val="0"/>
              </a:spcAft>
              <a:buClr>
                <a:schemeClr val="dk1"/>
              </a:buClr>
              <a:buSzPts val="1200"/>
              <a:buFont typeface="Inter"/>
              <a:buChar char="■"/>
              <a:defRPr>
                <a:solidFill>
                  <a:schemeClr val="dk1"/>
                </a:solidFill>
              </a:defRPr>
            </a:lvl9pPr>
          </a:lstStyle>
          <a:p>
            <a:endParaRPr/>
          </a:p>
        </p:txBody>
      </p:sp>
      <p:sp>
        <p:nvSpPr>
          <p:cNvPr id="139" name="Google Shape;139;p17"/>
          <p:cNvSpPr txBox="1">
            <a:spLocks noGrp="1"/>
          </p:cNvSpPr>
          <p:nvPr>
            <p:ph type="body" idx="5"/>
          </p:nvPr>
        </p:nvSpPr>
        <p:spPr>
          <a:xfrm>
            <a:off x="4629750" y="3706771"/>
            <a:ext cx="4227000" cy="972000"/>
          </a:xfrm>
          <a:prstGeom prst="rect">
            <a:avLst/>
          </a:prstGeom>
        </p:spPr>
        <p:txBody>
          <a:bodyPr spcFirstLastPara="1" wrap="square" lIns="0" tIns="0" rIns="0" bIns="0" anchor="ctr"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40" name="Google Shape;140;p17"/>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7"/>
          <p:cNvSpPr txBox="1">
            <a:spLocks noGrp="1"/>
          </p:cNvSpPr>
          <p:nvPr>
            <p:ph type="title"/>
          </p:nvPr>
        </p:nvSpPr>
        <p:spPr>
          <a:xfrm>
            <a:off x="283850" y="285900"/>
            <a:ext cx="56742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42" name="Google Shape;142;p17"/>
          <p:cNvSpPr txBox="1">
            <a:spLocks noGrp="1"/>
          </p:cNvSpPr>
          <p:nvPr>
            <p:ph type="body" idx="6"/>
          </p:nvPr>
        </p:nvSpPr>
        <p:spPr>
          <a:xfrm>
            <a:off x="1736400" y="1553875"/>
            <a:ext cx="4227000" cy="972000"/>
          </a:xfrm>
          <a:prstGeom prst="rect">
            <a:avLst/>
          </a:prstGeom>
        </p:spPr>
        <p:txBody>
          <a:bodyPr spcFirstLastPara="1" wrap="square" lIns="0" tIns="0" rIns="0" bIns="0" anchor="t" anchorCtr="0">
            <a:noAutofit/>
          </a:bodyPr>
          <a:lstStyle>
            <a:lvl1pPr marL="457200" lvl="0" indent="-304800">
              <a:spcBef>
                <a:spcPts val="0"/>
              </a:spcBef>
              <a:spcAft>
                <a:spcPts val="0"/>
              </a:spcAft>
              <a:buClr>
                <a:schemeClr val="dk1"/>
              </a:buClr>
              <a:buSzPts val="1200"/>
              <a:buFont typeface="Inter"/>
              <a:buChar char="●"/>
              <a:defRPr>
                <a:solidFill>
                  <a:schemeClr val="dk1"/>
                </a:solidFill>
              </a:defRPr>
            </a:lvl1pPr>
            <a:lvl2pPr marL="914400" lvl="1" indent="-304800">
              <a:spcBef>
                <a:spcPts val="0"/>
              </a:spcBef>
              <a:spcAft>
                <a:spcPts val="0"/>
              </a:spcAft>
              <a:buClr>
                <a:schemeClr val="dk1"/>
              </a:buClr>
              <a:buSzPts val="1200"/>
              <a:buFont typeface="Inter"/>
              <a:buChar char="○"/>
              <a:defRPr>
                <a:solidFill>
                  <a:schemeClr val="dk1"/>
                </a:solidFill>
              </a:defRPr>
            </a:lvl2pPr>
            <a:lvl3pPr marL="1371600" lvl="2" indent="-304800">
              <a:spcBef>
                <a:spcPts val="0"/>
              </a:spcBef>
              <a:spcAft>
                <a:spcPts val="0"/>
              </a:spcAft>
              <a:buClr>
                <a:schemeClr val="dk1"/>
              </a:buClr>
              <a:buSzPts val="1200"/>
              <a:buFont typeface="Inter"/>
              <a:buChar char="■"/>
              <a:defRPr>
                <a:solidFill>
                  <a:schemeClr val="dk1"/>
                </a:solidFill>
              </a:defRPr>
            </a:lvl3pPr>
            <a:lvl4pPr marL="1828800" lvl="3" indent="-304800">
              <a:spcBef>
                <a:spcPts val="0"/>
              </a:spcBef>
              <a:spcAft>
                <a:spcPts val="0"/>
              </a:spcAft>
              <a:buClr>
                <a:schemeClr val="dk1"/>
              </a:buClr>
              <a:buSzPts val="1200"/>
              <a:buFont typeface="Inter"/>
              <a:buChar char="●"/>
              <a:defRPr>
                <a:solidFill>
                  <a:schemeClr val="dk1"/>
                </a:solidFill>
              </a:defRPr>
            </a:lvl4pPr>
            <a:lvl5pPr marL="2286000" lvl="4" indent="-304800">
              <a:spcBef>
                <a:spcPts val="0"/>
              </a:spcBef>
              <a:spcAft>
                <a:spcPts val="0"/>
              </a:spcAft>
              <a:buClr>
                <a:schemeClr val="dk1"/>
              </a:buClr>
              <a:buSzPts val="1200"/>
              <a:buFont typeface="Inter"/>
              <a:buChar char="○"/>
              <a:defRPr>
                <a:solidFill>
                  <a:schemeClr val="dk1"/>
                </a:solidFill>
              </a:defRPr>
            </a:lvl5pPr>
            <a:lvl6pPr marL="2743200" lvl="5" indent="-304800">
              <a:spcBef>
                <a:spcPts val="0"/>
              </a:spcBef>
              <a:spcAft>
                <a:spcPts val="0"/>
              </a:spcAft>
              <a:buClr>
                <a:schemeClr val="dk1"/>
              </a:buClr>
              <a:buSzPts val="1200"/>
              <a:buFont typeface="Inter"/>
              <a:buChar char="■"/>
              <a:defRPr>
                <a:solidFill>
                  <a:schemeClr val="dk1"/>
                </a:solidFill>
              </a:defRPr>
            </a:lvl6pPr>
            <a:lvl7pPr marL="3200400" lvl="6" indent="-304800">
              <a:spcBef>
                <a:spcPts val="0"/>
              </a:spcBef>
              <a:spcAft>
                <a:spcPts val="0"/>
              </a:spcAft>
              <a:buClr>
                <a:schemeClr val="dk1"/>
              </a:buClr>
              <a:buSzPts val="1200"/>
              <a:buFont typeface="Inter"/>
              <a:buChar char="●"/>
              <a:defRPr>
                <a:solidFill>
                  <a:schemeClr val="dk1"/>
                </a:solidFill>
              </a:defRPr>
            </a:lvl7pPr>
            <a:lvl8pPr marL="3657600" lvl="7" indent="-304800">
              <a:spcBef>
                <a:spcPts val="0"/>
              </a:spcBef>
              <a:spcAft>
                <a:spcPts val="0"/>
              </a:spcAft>
              <a:buClr>
                <a:schemeClr val="dk1"/>
              </a:buClr>
              <a:buSzPts val="1200"/>
              <a:buFont typeface="Inter"/>
              <a:buChar char="○"/>
              <a:defRPr>
                <a:solidFill>
                  <a:schemeClr val="dk1"/>
                </a:solidFill>
              </a:defRPr>
            </a:lvl8pPr>
            <a:lvl9pPr marL="4114800" lvl="8" indent="-304800">
              <a:spcBef>
                <a:spcPts val="0"/>
              </a:spcBef>
              <a:spcAft>
                <a:spcPts val="0"/>
              </a:spcAft>
              <a:buClr>
                <a:schemeClr val="dk1"/>
              </a:buClr>
              <a:buSzPts val="1200"/>
              <a:buFont typeface="Inter"/>
              <a:buChar char="■"/>
              <a:defRPr>
                <a:solidFill>
                  <a:schemeClr val="dk1"/>
                </a:solidFill>
              </a:defRPr>
            </a:lvl9pPr>
          </a:lstStyle>
          <a:p>
            <a:endParaRPr/>
          </a:p>
        </p:txBody>
      </p:sp>
      <p:sp>
        <p:nvSpPr>
          <p:cNvPr id="143" name="Google Shape;143;p17"/>
          <p:cNvSpPr txBox="1">
            <a:spLocks noGrp="1"/>
          </p:cNvSpPr>
          <p:nvPr>
            <p:ph type="title" idx="7"/>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44" name="Google Shape;144;p17"/>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hree big ideas - Alt 8">
  <p:cSld name="BLANK_1_1_1_1_1_1_1_1_1_1_1_1_1_2_1_1_1">
    <p:spTree>
      <p:nvGrpSpPr>
        <p:cNvPr id="1" name="Shape 145"/>
        <p:cNvGrpSpPr/>
        <p:nvPr/>
      </p:nvGrpSpPr>
      <p:grpSpPr>
        <a:xfrm>
          <a:off x="0" y="0"/>
          <a:ext cx="0" cy="0"/>
          <a:chOff x="0" y="0"/>
          <a:chExt cx="0" cy="0"/>
        </a:xfrm>
      </p:grpSpPr>
      <p:sp>
        <p:nvSpPr>
          <p:cNvPr id="146" name="Google Shape;146;p18"/>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7" name="Google Shape;147;p18"/>
          <p:cNvSpPr txBox="1">
            <a:spLocks noGrp="1"/>
          </p:cNvSpPr>
          <p:nvPr>
            <p:ph type="title"/>
          </p:nvPr>
        </p:nvSpPr>
        <p:spPr>
          <a:xfrm>
            <a:off x="283850" y="285900"/>
            <a:ext cx="5674200" cy="2235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lvl1pPr>
            <a:lvl2pPr lvl="1">
              <a:lnSpc>
                <a:spcPct val="85000"/>
              </a:lnSpc>
              <a:spcBef>
                <a:spcPts val="0"/>
              </a:spcBef>
              <a:spcAft>
                <a:spcPts val="0"/>
              </a:spcAft>
              <a:buNone/>
              <a:defRPr sz="3600"/>
            </a:lvl2pPr>
            <a:lvl3pPr lvl="2">
              <a:lnSpc>
                <a:spcPct val="85000"/>
              </a:lnSpc>
              <a:spcBef>
                <a:spcPts val="0"/>
              </a:spcBef>
              <a:spcAft>
                <a:spcPts val="0"/>
              </a:spcAft>
              <a:buNone/>
              <a:defRPr sz="3600"/>
            </a:lvl3pPr>
            <a:lvl4pPr lvl="3">
              <a:lnSpc>
                <a:spcPct val="85000"/>
              </a:lnSpc>
              <a:spcBef>
                <a:spcPts val="0"/>
              </a:spcBef>
              <a:spcAft>
                <a:spcPts val="0"/>
              </a:spcAft>
              <a:buNone/>
              <a:defRPr sz="3600"/>
            </a:lvl4pPr>
            <a:lvl5pPr lvl="4">
              <a:lnSpc>
                <a:spcPct val="85000"/>
              </a:lnSpc>
              <a:spcBef>
                <a:spcPts val="0"/>
              </a:spcBef>
              <a:spcAft>
                <a:spcPts val="0"/>
              </a:spcAft>
              <a:buNone/>
              <a:defRPr sz="3600"/>
            </a:lvl5pPr>
            <a:lvl6pPr lvl="5">
              <a:lnSpc>
                <a:spcPct val="85000"/>
              </a:lnSpc>
              <a:spcBef>
                <a:spcPts val="0"/>
              </a:spcBef>
              <a:spcAft>
                <a:spcPts val="0"/>
              </a:spcAft>
              <a:buNone/>
              <a:defRPr sz="3600"/>
            </a:lvl6pPr>
            <a:lvl7pPr lvl="6">
              <a:lnSpc>
                <a:spcPct val="85000"/>
              </a:lnSpc>
              <a:spcBef>
                <a:spcPts val="0"/>
              </a:spcBef>
              <a:spcAft>
                <a:spcPts val="0"/>
              </a:spcAft>
              <a:buNone/>
              <a:defRPr sz="3600"/>
            </a:lvl7pPr>
            <a:lvl8pPr lvl="7">
              <a:lnSpc>
                <a:spcPct val="85000"/>
              </a:lnSpc>
              <a:spcBef>
                <a:spcPts val="0"/>
              </a:spcBef>
              <a:spcAft>
                <a:spcPts val="0"/>
              </a:spcAft>
              <a:buNone/>
              <a:defRPr sz="3600"/>
            </a:lvl8pPr>
            <a:lvl9pPr lvl="8">
              <a:lnSpc>
                <a:spcPct val="85000"/>
              </a:lnSpc>
              <a:spcBef>
                <a:spcPts val="0"/>
              </a:spcBef>
              <a:spcAft>
                <a:spcPts val="0"/>
              </a:spcAft>
              <a:buNone/>
              <a:defRPr sz="3600"/>
            </a:lvl9pPr>
          </a:lstStyle>
          <a:p>
            <a:endParaRPr/>
          </a:p>
        </p:txBody>
      </p:sp>
      <p:sp>
        <p:nvSpPr>
          <p:cNvPr id="148" name="Google Shape;148;p18"/>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18"/>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0" name="Google Shape;150;p18"/>
          <p:cNvSpPr txBox="1">
            <a:spLocks noGrp="1"/>
          </p:cNvSpPr>
          <p:nvPr>
            <p:ph type="body" idx="1"/>
          </p:nvPr>
        </p:nvSpPr>
        <p:spPr>
          <a:xfrm>
            <a:off x="2456850" y="3716975"/>
            <a:ext cx="20550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51" name="Google Shape;151;p18"/>
          <p:cNvSpPr txBox="1">
            <a:spLocks noGrp="1"/>
          </p:cNvSpPr>
          <p:nvPr>
            <p:ph type="body" idx="4"/>
          </p:nvPr>
        </p:nvSpPr>
        <p:spPr>
          <a:xfrm>
            <a:off x="4629750" y="3716975"/>
            <a:ext cx="20550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52" name="Google Shape;152;p18"/>
          <p:cNvSpPr txBox="1">
            <a:spLocks noGrp="1"/>
          </p:cNvSpPr>
          <p:nvPr>
            <p:ph type="body" idx="5"/>
          </p:nvPr>
        </p:nvSpPr>
        <p:spPr>
          <a:xfrm>
            <a:off x="6802050" y="3716975"/>
            <a:ext cx="2054700" cy="7284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ree big ideas - Alt 9">
  <p:cSld name="BLANK_1_1_1_1_1_1_1_1_1_1_1_1_1_2_1_1_2">
    <p:spTree>
      <p:nvGrpSpPr>
        <p:cNvPr id="1" name="Shape 153"/>
        <p:cNvGrpSpPr/>
        <p:nvPr/>
      </p:nvGrpSpPr>
      <p:grpSpPr>
        <a:xfrm>
          <a:off x="0" y="0"/>
          <a:ext cx="0" cy="0"/>
          <a:chOff x="0" y="0"/>
          <a:chExt cx="0" cy="0"/>
        </a:xfrm>
      </p:grpSpPr>
      <p:sp>
        <p:nvSpPr>
          <p:cNvPr id="154" name="Google Shape;154;p19"/>
          <p:cNvSpPr txBox="1">
            <a:spLocks noGrp="1"/>
          </p:cNvSpPr>
          <p:nvPr>
            <p:ph type="body" idx="1"/>
          </p:nvPr>
        </p:nvSpPr>
        <p:spPr>
          <a:xfrm>
            <a:off x="6091950" y="155387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55" name="Google Shape;155;p19"/>
          <p:cNvSpPr txBox="1">
            <a:spLocks noGrp="1"/>
          </p:cNvSpPr>
          <p:nvPr>
            <p:ph type="body" idx="2"/>
          </p:nvPr>
        </p:nvSpPr>
        <p:spPr>
          <a:xfrm>
            <a:off x="6091950" y="2635425"/>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56" name="Google Shape;156;p19"/>
          <p:cNvSpPr txBox="1">
            <a:spLocks noGrp="1"/>
          </p:cNvSpPr>
          <p:nvPr>
            <p:ph type="body" idx="3"/>
          </p:nvPr>
        </p:nvSpPr>
        <p:spPr>
          <a:xfrm>
            <a:off x="6091950" y="3706763"/>
            <a:ext cx="2764800" cy="972000"/>
          </a:xfrm>
          <a:prstGeom prst="rect">
            <a:avLst/>
          </a:prstGeom>
        </p:spPr>
        <p:txBody>
          <a:bodyPr spcFirstLastPara="1" wrap="square" lIns="0" tIns="0" rIns="0" bIns="0" anchor="t" anchorCtr="0">
            <a:noAutofit/>
          </a:bodyPr>
          <a:lstStyle>
            <a:lvl1pPr marL="457200" lvl="0" indent="-292100">
              <a:spcBef>
                <a:spcPts val="0"/>
              </a:spcBef>
              <a:spcAft>
                <a:spcPts val="0"/>
              </a:spcAft>
              <a:buClr>
                <a:schemeClr val="lt1"/>
              </a:buClr>
              <a:buSzPts val="1000"/>
              <a:buFont typeface="Inter"/>
              <a:buChar char="●"/>
              <a:defRPr sz="1000"/>
            </a:lvl1pPr>
            <a:lvl2pPr marL="914400" lvl="1" indent="-292100">
              <a:spcBef>
                <a:spcPts val="0"/>
              </a:spcBef>
              <a:spcAft>
                <a:spcPts val="0"/>
              </a:spcAft>
              <a:buClr>
                <a:schemeClr val="lt1"/>
              </a:buClr>
              <a:buSzPts val="1000"/>
              <a:buFont typeface="Inter"/>
              <a:buChar char="○"/>
              <a:defRPr sz="1000"/>
            </a:lvl2pPr>
            <a:lvl3pPr marL="1371600" lvl="2" indent="-292100">
              <a:spcBef>
                <a:spcPts val="0"/>
              </a:spcBef>
              <a:spcAft>
                <a:spcPts val="0"/>
              </a:spcAft>
              <a:buClr>
                <a:schemeClr val="lt1"/>
              </a:buClr>
              <a:buSzPts val="1000"/>
              <a:buFont typeface="Inter"/>
              <a:buChar char="■"/>
              <a:defRPr sz="1000"/>
            </a:lvl3pPr>
            <a:lvl4pPr marL="1828800" lvl="3" indent="-292100">
              <a:spcBef>
                <a:spcPts val="0"/>
              </a:spcBef>
              <a:spcAft>
                <a:spcPts val="0"/>
              </a:spcAft>
              <a:buClr>
                <a:schemeClr val="lt1"/>
              </a:buClr>
              <a:buSzPts val="1000"/>
              <a:buFont typeface="Inter"/>
              <a:buChar char="●"/>
              <a:defRPr sz="1000"/>
            </a:lvl4pPr>
            <a:lvl5pPr marL="2286000" lvl="4" indent="-292100">
              <a:spcBef>
                <a:spcPts val="0"/>
              </a:spcBef>
              <a:spcAft>
                <a:spcPts val="0"/>
              </a:spcAft>
              <a:buClr>
                <a:schemeClr val="lt1"/>
              </a:buClr>
              <a:buSzPts val="1000"/>
              <a:buFont typeface="Inter"/>
              <a:buChar char="○"/>
              <a:defRPr sz="1000"/>
            </a:lvl5pPr>
            <a:lvl6pPr marL="2743200" lvl="5" indent="-292100">
              <a:spcBef>
                <a:spcPts val="0"/>
              </a:spcBef>
              <a:spcAft>
                <a:spcPts val="0"/>
              </a:spcAft>
              <a:buClr>
                <a:schemeClr val="lt1"/>
              </a:buClr>
              <a:buSzPts val="1000"/>
              <a:buFont typeface="Inter"/>
              <a:buChar char="■"/>
              <a:defRPr sz="1000"/>
            </a:lvl6pPr>
            <a:lvl7pPr marL="3200400" lvl="6" indent="-292100">
              <a:spcBef>
                <a:spcPts val="0"/>
              </a:spcBef>
              <a:spcAft>
                <a:spcPts val="0"/>
              </a:spcAft>
              <a:buClr>
                <a:schemeClr val="lt1"/>
              </a:buClr>
              <a:buSzPts val="1000"/>
              <a:buFont typeface="Inter"/>
              <a:buChar char="●"/>
              <a:defRPr sz="1000"/>
            </a:lvl7pPr>
            <a:lvl8pPr marL="3657600" lvl="7" indent="-292100">
              <a:spcBef>
                <a:spcPts val="0"/>
              </a:spcBef>
              <a:spcAft>
                <a:spcPts val="0"/>
              </a:spcAft>
              <a:buClr>
                <a:schemeClr val="lt1"/>
              </a:buClr>
              <a:buSzPts val="1000"/>
              <a:buFont typeface="Inter"/>
              <a:buChar char="○"/>
              <a:defRPr sz="1000"/>
            </a:lvl8pPr>
            <a:lvl9pPr marL="4114800" lvl="8" indent="-292100">
              <a:spcBef>
                <a:spcPts val="0"/>
              </a:spcBef>
              <a:spcAft>
                <a:spcPts val="0"/>
              </a:spcAft>
              <a:buClr>
                <a:schemeClr val="lt1"/>
              </a:buClr>
              <a:buSzPts val="1000"/>
              <a:buFont typeface="Inter"/>
              <a:buChar char="■"/>
              <a:defRPr sz="1000"/>
            </a:lvl9pPr>
          </a:lstStyle>
          <a:p>
            <a:endParaRPr/>
          </a:p>
        </p:txBody>
      </p:sp>
      <p:sp>
        <p:nvSpPr>
          <p:cNvPr id="157" name="Google Shape;157;p19"/>
          <p:cNvSpPr txBox="1">
            <a:spLocks noGrp="1"/>
          </p:cNvSpPr>
          <p:nvPr>
            <p:ph type="title"/>
          </p:nvPr>
        </p:nvSpPr>
        <p:spPr>
          <a:xfrm>
            <a:off x="283850" y="285900"/>
            <a:ext cx="42276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1800"/>
            </a:lvl1pPr>
            <a:lvl2pPr lvl="1">
              <a:lnSpc>
                <a:spcPct val="85000"/>
              </a:lnSpc>
              <a:spcBef>
                <a:spcPts val="0"/>
              </a:spcBef>
              <a:spcAft>
                <a:spcPts val="0"/>
              </a:spcAft>
              <a:buNone/>
              <a:defRPr sz="1800"/>
            </a:lvl2pPr>
            <a:lvl3pPr lvl="2">
              <a:lnSpc>
                <a:spcPct val="85000"/>
              </a:lnSpc>
              <a:spcBef>
                <a:spcPts val="0"/>
              </a:spcBef>
              <a:spcAft>
                <a:spcPts val="0"/>
              </a:spcAft>
              <a:buNone/>
              <a:defRPr sz="1800"/>
            </a:lvl3pPr>
            <a:lvl4pPr lvl="3">
              <a:lnSpc>
                <a:spcPct val="85000"/>
              </a:lnSpc>
              <a:spcBef>
                <a:spcPts val="0"/>
              </a:spcBef>
              <a:spcAft>
                <a:spcPts val="0"/>
              </a:spcAft>
              <a:buNone/>
              <a:defRPr sz="1800"/>
            </a:lvl4pPr>
            <a:lvl5pPr lvl="4">
              <a:lnSpc>
                <a:spcPct val="85000"/>
              </a:lnSpc>
              <a:spcBef>
                <a:spcPts val="0"/>
              </a:spcBef>
              <a:spcAft>
                <a:spcPts val="0"/>
              </a:spcAft>
              <a:buNone/>
              <a:defRPr sz="1800"/>
            </a:lvl5pPr>
            <a:lvl6pPr lvl="5">
              <a:lnSpc>
                <a:spcPct val="85000"/>
              </a:lnSpc>
              <a:spcBef>
                <a:spcPts val="0"/>
              </a:spcBef>
              <a:spcAft>
                <a:spcPts val="0"/>
              </a:spcAft>
              <a:buNone/>
              <a:defRPr sz="1800"/>
            </a:lvl6pPr>
            <a:lvl7pPr lvl="6">
              <a:lnSpc>
                <a:spcPct val="85000"/>
              </a:lnSpc>
              <a:spcBef>
                <a:spcPts val="0"/>
              </a:spcBef>
              <a:spcAft>
                <a:spcPts val="0"/>
              </a:spcAft>
              <a:buNone/>
              <a:defRPr sz="1800"/>
            </a:lvl7pPr>
            <a:lvl8pPr lvl="7">
              <a:lnSpc>
                <a:spcPct val="85000"/>
              </a:lnSpc>
              <a:spcBef>
                <a:spcPts val="0"/>
              </a:spcBef>
              <a:spcAft>
                <a:spcPts val="0"/>
              </a:spcAft>
              <a:buNone/>
              <a:defRPr sz="1800"/>
            </a:lvl8pPr>
            <a:lvl9pPr lvl="8">
              <a:lnSpc>
                <a:spcPct val="85000"/>
              </a:lnSpc>
              <a:spcBef>
                <a:spcPts val="0"/>
              </a:spcBef>
              <a:spcAft>
                <a:spcPts val="0"/>
              </a:spcAft>
              <a:buNone/>
              <a:defRPr sz="1800"/>
            </a:lvl9pPr>
          </a:lstStyle>
          <a:p>
            <a:endParaRPr/>
          </a:p>
        </p:txBody>
      </p:sp>
      <p:sp>
        <p:nvSpPr>
          <p:cNvPr id="158" name="Google Shape;158;p19"/>
          <p:cNvSpPr txBox="1">
            <a:spLocks noGrp="1"/>
          </p:cNvSpPr>
          <p:nvPr>
            <p:ph type="title" idx="4"/>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9" name="Google Shape;159;p19"/>
          <p:cNvSpPr txBox="1">
            <a:spLocks noGrp="1"/>
          </p:cNvSpPr>
          <p:nvPr>
            <p:ph type="title" idx="5"/>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 name="Google Shape;160;p19"/>
          <p:cNvSpPr txBox="1">
            <a:spLocks noGrp="1"/>
          </p:cNvSpPr>
          <p:nvPr>
            <p:ph type="subTitle" idx="6"/>
          </p:nvPr>
        </p:nvSpPr>
        <p:spPr>
          <a:xfrm>
            <a:off x="288625" y="15555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161" name="Google Shape;161;p19"/>
          <p:cNvSpPr txBox="1">
            <a:spLocks noGrp="1"/>
          </p:cNvSpPr>
          <p:nvPr>
            <p:ph type="subTitle" idx="7"/>
          </p:nvPr>
        </p:nvSpPr>
        <p:spPr>
          <a:xfrm>
            <a:off x="288625" y="26362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162" name="Google Shape;162;p19"/>
          <p:cNvSpPr txBox="1">
            <a:spLocks noGrp="1"/>
          </p:cNvSpPr>
          <p:nvPr>
            <p:ph type="subTitle" idx="8"/>
          </p:nvPr>
        </p:nvSpPr>
        <p:spPr>
          <a:xfrm>
            <a:off x="288625" y="3716975"/>
            <a:ext cx="4509600" cy="972000"/>
          </a:xfrm>
          <a:prstGeom prst="rect">
            <a:avLst/>
          </a:prstGeom>
        </p:spPr>
        <p:txBody>
          <a:bodyPr spcFirstLastPara="1" wrap="square" lIns="0" tIns="0" rIns="0" bIns="0" anchor="t" anchorCtr="0">
            <a:normAutofit/>
          </a:bodyPr>
          <a:lstStyle>
            <a:lvl1pPr lvl="0">
              <a:lnSpc>
                <a:spcPct val="90000"/>
              </a:lnSpc>
              <a:spcBef>
                <a:spcPts val="0"/>
              </a:spcBef>
              <a:spcAft>
                <a:spcPts val="0"/>
              </a:spcAft>
              <a:buClr>
                <a:schemeClr val="lt1"/>
              </a:buClr>
              <a:buSzPts val="3600"/>
              <a:buFont typeface="Inter"/>
              <a:buNone/>
              <a:defRPr sz="3600"/>
            </a:lvl1pPr>
            <a:lvl2pPr lvl="1">
              <a:lnSpc>
                <a:spcPct val="90000"/>
              </a:lnSpc>
              <a:spcBef>
                <a:spcPts val="0"/>
              </a:spcBef>
              <a:spcAft>
                <a:spcPts val="0"/>
              </a:spcAft>
              <a:buClr>
                <a:schemeClr val="lt1"/>
              </a:buClr>
              <a:buSzPts val="3600"/>
              <a:buFont typeface="Inter"/>
              <a:buNone/>
              <a:defRPr sz="3600">
                <a:latin typeface="Inter"/>
                <a:ea typeface="Inter"/>
                <a:cs typeface="Inter"/>
                <a:sym typeface="Inter"/>
              </a:defRPr>
            </a:lvl2pPr>
            <a:lvl3pPr lvl="2">
              <a:lnSpc>
                <a:spcPct val="90000"/>
              </a:lnSpc>
              <a:spcBef>
                <a:spcPts val="0"/>
              </a:spcBef>
              <a:spcAft>
                <a:spcPts val="0"/>
              </a:spcAft>
              <a:buClr>
                <a:schemeClr val="lt1"/>
              </a:buClr>
              <a:buSzPts val="3600"/>
              <a:buFont typeface="Inter"/>
              <a:buNone/>
              <a:defRPr sz="3600">
                <a:latin typeface="Inter"/>
                <a:ea typeface="Inter"/>
                <a:cs typeface="Inter"/>
                <a:sym typeface="Inter"/>
              </a:defRPr>
            </a:lvl3pPr>
            <a:lvl4pPr lvl="3">
              <a:lnSpc>
                <a:spcPct val="90000"/>
              </a:lnSpc>
              <a:spcBef>
                <a:spcPts val="0"/>
              </a:spcBef>
              <a:spcAft>
                <a:spcPts val="0"/>
              </a:spcAft>
              <a:buClr>
                <a:schemeClr val="lt1"/>
              </a:buClr>
              <a:buSzPts val="3600"/>
              <a:buFont typeface="Inter"/>
              <a:buNone/>
              <a:defRPr sz="3600">
                <a:latin typeface="Inter"/>
                <a:ea typeface="Inter"/>
                <a:cs typeface="Inter"/>
                <a:sym typeface="Inter"/>
              </a:defRPr>
            </a:lvl4pPr>
            <a:lvl5pPr lvl="4">
              <a:lnSpc>
                <a:spcPct val="90000"/>
              </a:lnSpc>
              <a:spcBef>
                <a:spcPts val="0"/>
              </a:spcBef>
              <a:spcAft>
                <a:spcPts val="0"/>
              </a:spcAft>
              <a:buClr>
                <a:schemeClr val="lt1"/>
              </a:buClr>
              <a:buSzPts val="3600"/>
              <a:buFont typeface="Inter"/>
              <a:buNone/>
              <a:defRPr sz="3600">
                <a:latin typeface="Inter"/>
                <a:ea typeface="Inter"/>
                <a:cs typeface="Inter"/>
                <a:sym typeface="Inter"/>
              </a:defRPr>
            </a:lvl5pPr>
            <a:lvl6pPr lvl="5">
              <a:lnSpc>
                <a:spcPct val="90000"/>
              </a:lnSpc>
              <a:spcBef>
                <a:spcPts val="0"/>
              </a:spcBef>
              <a:spcAft>
                <a:spcPts val="0"/>
              </a:spcAft>
              <a:buClr>
                <a:schemeClr val="lt1"/>
              </a:buClr>
              <a:buSzPts val="3600"/>
              <a:buFont typeface="Inter"/>
              <a:buNone/>
              <a:defRPr sz="3600">
                <a:latin typeface="Inter"/>
                <a:ea typeface="Inter"/>
                <a:cs typeface="Inter"/>
                <a:sym typeface="Inter"/>
              </a:defRPr>
            </a:lvl6pPr>
            <a:lvl7pPr lvl="6">
              <a:lnSpc>
                <a:spcPct val="90000"/>
              </a:lnSpc>
              <a:spcBef>
                <a:spcPts val="0"/>
              </a:spcBef>
              <a:spcAft>
                <a:spcPts val="0"/>
              </a:spcAft>
              <a:buClr>
                <a:schemeClr val="lt1"/>
              </a:buClr>
              <a:buSzPts val="3600"/>
              <a:buFont typeface="Inter"/>
              <a:buNone/>
              <a:defRPr sz="3600">
                <a:latin typeface="Inter"/>
                <a:ea typeface="Inter"/>
                <a:cs typeface="Inter"/>
                <a:sym typeface="Inter"/>
              </a:defRPr>
            </a:lvl7pPr>
            <a:lvl8pPr lvl="7">
              <a:lnSpc>
                <a:spcPct val="90000"/>
              </a:lnSpc>
              <a:spcBef>
                <a:spcPts val="0"/>
              </a:spcBef>
              <a:spcAft>
                <a:spcPts val="0"/>
              </a:spcAft>
              <a:buClr>
                <a:schemeClr val="lt1"/>
              </a:buClr>
              <a:buSzPts val="3600"/>
              <a:buFont typeface="Inter"/>
              <a:buNone/>
              <a:defRPr sz="3600">
                <a:latin typeface="Inter"/>
                <a:ea typeface="Inter"/>
                <a:cs typeface="Inter"/>
                <a:sym typeface="Inter"/>
              </a:defRPr>
            </a:lvl8pPr>
            <a:lvl9pPr lvl="8">
              <a:lnSpc>
                <a:spcPct val="90000"/>
              </a:lnSpc>
              <a:spcBef>
                <a:spcPts val="0"/>
              </a:spcBef>
              <a:spcAft>
                <a:spcPts val="0"/>
              </a:spcAft>
              <a:buClr>
                <a:schemeClr val="lt1"/>
              </a:buClr>
              <a:buSzPts val="3600"/>
              <a:buFont typeface="Inter"/>
              <a:buNone/>
              <a:defRPr sz="3600">
                <a:latin typeface="Inter"/>
                <a:ea typeface="Inter"/>
                <a:cs typeface="Inter"/>
                <a:sym typeface="Inter"/>
              </a:defRPr>
            </a:lvl9pPr>
          </a:lstStyle>
          <a:p>
            <a:endParaRPr/>
          </a:p>
        </p:txBody>
      </p:sp>
      <p:sp>
        <p:nvSpPr>
          <p:cNvPr id="163" name="Google Shape;163;p19"/>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hree big ideas - Alt 10">
  <p:cSld name="BLANK_1_1_1_1_1_1_1_1_1_1_1_1_1_2_1_3">
    <p:bg>
      <p:bgPr>
        <a:solidFill>
          <a:schemeClr val="accent3"/>
        </a:solidFill>
        <a:effectLst/>
      </p:bgPr>
    </p:bg>
    <p:spTree>
      <p:nvGrpSpPr>
        <p:cNvPr id="1" name="Shape 164"/>
        <p:cNvGrpSpPr/>
        <p:nvPr/>
      </p:nvGrpSpPr>
      <p:grpSpPr>
        <a:xfrm>
          <a:off x="0" y="0"/>
          <a:ext cx="0" cy="0"/>
          <a:chOff x="0" y="0"/>
          <a:chExt cx="0" cy="0"/>
        </a:xfrm>
      </p:grpSpPr>
      <p:sp>
        <p:nvSpPr>
          <p:cNvPr id="165" name="Google Shape;165;p20"/>
          <p:cNvSpPr txBox="1">
            <a:spLocks noGrp="1"/>
          </p:cNvSpPr>
          <p:nvPr>
            <p:ph type="subTitle" idx="1"/>
          </p:nvPr>
        </p:nvSpPr>
        <p:spPr>
          <a:xfrm>
            <a:off x="4629000" y="285900"/>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166" name="Google Shape;166;p20"/>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67" name="Google Shape;167;p20"/>
          <p:cNvSpPr txBox="1">
            <a:spLocks noGrp="1"/>
          </p:cNvSpPr>
          <p:nvPr>
            <p:ph type="title"/>
          </p:nvPr>
        </p:nvSpPr>
        <p:spPr>
          <a:xfrm>
            <a:off x="283850" y="285900"/>
            <a:ext cx="2764800" cy="11547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600">
                <a:solidFill>
                  <a:schemeClr val="dk1"/>
                </a:solidFill>
              </a:defRPr>
            </a:lvl1pPr>
            <a:lvl2pPr lvl="1">
              <a:lnSpc>
                <a:spcPct val="85000"/>
              </a:lnSpc>
              <a:spcBef>
                <a:spcPts val="0"/>
              </a:spcBef>
              <a:spcAft>
                <a:spcPts val="0"/>
              </a:spcAft>
              <a:buNone/>
              <a:defRPr sz="3600">
                <a:solidFill>
                  <a:schemeClr val="dk1"/>
                </a:solidFill>
              </a:defRPr>
            </a:lvl2pPr>
            <a:lvl3pPr lvl="2">
              <a:lnSpc>
                <a:spcPct val="85000"/>
              </a:lnSpc>
              <a:spcBef>
                <a:spcPts val="0"/>
              </a:spcBef>
              <a:spcAft>
                <a:spcPts val="0"/>
              </a:spcAft>
              <a:buNone/>
              <a:defRPr sz="3600">
                <a:solidFill>
                  <a:schemeClr val="dk1"/>
                </a:solidFill>
              </a:defRPr>
            </a:lvl3pPr>
            <a:lvl4pPr lvl="3">
              <a:lnSpc>
                <a:spcPct val="85000"/>
              </a:lnSpc>
              <a:spcBef>
                <a:spcPts val="0"/>
              </a:spcBef>
              <a:spcAft>
                <a:spcPts val="0"/>
              </a:spcAft>
              <a:buNone/>
              <a:defRPr sz="3600">
                <a:solidFill>
                  <a:schemeClr val="dk1"/>
                </a:solidFill>
              </a:defRPr>
            </a:lvl4pPr>
            <a:lvl5pPr lvl="4">
              <a:lnSpc>
                <a:spcPct val="85000"/>
              </a:lnSpc>
              <a:spcBef>
                <a:spcPts val="0"/>
              </a:spcBef>
              <a:spcAft>
                <a:spcPts val="0"/>
              </a:spcAft>
              <a:buNone/>
              <a:defRPr sz="3600">
                <a:solidFill>
                  <a:schemeClr val="dk1"/>
                </a:solidFill>
              </a:defRPr>
            </a:lvl5pPr>
            <a:lvl6pPr lvl="5">
              <a:lnSpc>
                <a:spcPct val="85000"/>
              </a:lnSpc>
              <a:spcBef>
                <a:spcPts val="0"/>
              </a:spcBef>
              <a:spcAft>
                <a:spcPts val="0"/>
              </a:spcAft>
              <a:buNone/>
              <a:defRPr sz="3600">
                <a:solidFill>
                  <a:schemeClr val="dk1"/>
                </a:solidFill>
              </a:defRPr>
            </a:lvl6pPr>
            <a:lvl7pPr lvl="6">
              <a:lnSpc>
                <a:spcPct val="85000"/>
              </a:lnSpc>
              <a:spcBef>
                <a:spcPts val="0"/>
              </a:spcBef>
              <a:spcAft>
                <a:spcPts val="0"/>
              </a:spcAft>
              <a:buNone/>
              <a:defRPr sz="3600">
                <a:solidFill>
                  <a:schemeClr val="dk1"/>
                </a:solidFill>
              </a:defRPr>
            </a:lvl7pPr>
            <a:lvl8pPr lvl="7">
              <a:lnSpc>
                <a:spcPct val="85000"/>
              </a:lnSpc>
              <a:spcBef>
                <a:spcPts val="0"/>
              </a:spcBef>
              <a:spcAft>
                <a:spcPts val="0"/>
              </a:spcAft>
              <a:buNone/>
              <a:defRPr sz="3600">
                <a:solidFill>
                  <a:schemeClr val="dk1"/>
                </a:solidFill>
              </a:defRPr>
            </a:lvl8pPr>
            <a:lvl9pPr lvl="8">
              <a:lnSpc>
                <a:spcPct val="85000"/>
              </a:lnSpc>
              <a:spcBef>
                <a:spcPts val="0"/>
              </a:spcBef>
              <a:spcAft>
                <a:spcPts val="0"/>
              </a:spcAft>
              <a:buNone/>
              <a:defRPr sz="3600">
                <a:solidFill>
                  <a:schemeClr val="dk1"/>
                </a:solidFill>
              </a:defRPr>
            </a:lvl9pPr>
          </a:lstStyle>
          <a:p>
            <a:endParaRPr/>
          </a:p>
        </p:txBody>
      </p:sp>
      <p:sp>
        <p:nvSpPr>
          <p:cNvPr id="168" name="Google Shape;168;p20"/>
          <p:cNvSpPr txBox="1">
            <a:spLocks noGrp="1"/>
          </p:cNvSpPr>
          <p:nvPr>
            <p:ph type="body" idx="2"/>
          </p:nvPr>
        </p:nvSpPr>
        <p:spPr>
          <a:xfrm>
            <a:off x="4629450" y="786100"/>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69" name="Google Shape;169;p20"/>
          <p:cNvSpPr txBox="1">
            <a:spLocks noGrp="1"/>
          </p:cNvSpPr>
          <p:nvPr>
            <p:ph type="title" idx="3"/>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70" name="Google Shape;170;p20"/>
          <p:cNvSpPr txBox="1">
            <a:spLocks noGrp="1"/>
          </p:cNvSpPr>
          <p:nvPr>
            <p:ph type="title" idx="4"/>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Font typeface="Inter"/>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71" name="Google Shape;171;p20"/>
          <p:cNvSpPr txBox="1">
            <a:spLocks noGrp="1"/>
          </p:cNvSpPr>
          <p:nvPr>
            <p:ph type="subTitle" idx="5"/>
          </p:nvPr>
        </p:nvSpPr>
        <p:spPr>
          <a:xfrm>
            <a:off x="4629000" y="1751850"/>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172" name="Google Shape;172;p20"/>
          <p:cNvSpPr txBox="1">
            <a:spLocks noGrp="1"/>
          </p:cNvSpPr>
          <p:nvPr>
            <p:ph type="body" idx="6"/>
          </p:nvPr>
        </p:nvSpPr>
        <p:spPr>
          <a:xfrm>
            <a:off x="4629450" y="2252055"/>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73" name="Google Shape;173;p20"/>
          <p:cNvSpPr txBox="1">
            <a:spLocks noGrp="1"/>
          </p:cNvSpPr>
          <p:nvPr>
            <p:ph type="subTitle" idx="7"/>
          </p:nvPr>
        </p:nvSpPr>
        <p:spPr>
          <a:xfrm>
            <a:off x="4629000" y="3217788"/>
            <a:ext cx="4228200" cy="357600"/>
          </a:xfrm>
          <a:prstGeom prst="rect">
            <a:avLst/>
          </a:prstGeom>
        </p:spPr>
        <p:txBody>
          <a:bodyPr spcFirstLastPara="1" wrap="square" lIns="182875" tIns="182875" rIns="0" bIns="0" anchor="t" anchorCtr="0">
            <a:noAutofit/>
          </a:bodyPr>
          <a:lstStyle>
            <a:lvl1pPr lvl="0">
              <a:lnSpc>
                <a:spcPct val="70000"/>
              </a:lnSpc>
              <a:spcBef>
                <a:spcPts val="0"/>
              </a:spcBef>
              <a:spcAft>
                <a:spcPts val="0"/>
              </a:spcAft>
              <a:buNone/>
              <a:defRPr>
                <a:solidFill>
                  <a:schemeClr val="dk1"/>
                </a:solidFill>
              </a:defRPr>
            </a:lvl1pPr>
            <a:lvl2pPr lvl="1">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2pPr>
            <a:lvl3pPr lvl="2">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3pPr>
            <a:lvl4pPr lvl="3">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4pPr>
            <a:lvl5pPr lvl="4">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5pPr>
            <a:lvl6pPr lvl="5">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6pPr>
            <a:lvl7pPr lvl="6">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7pPr>
            <a:lvl8pPr lvl="7">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8pPr>
            <a:lvl9pPr lvl="8">
              <a:spcBef>
                <a:spcPts val="0"/>
              </a:spcBef>
              <a:spcAft>
                <a:spcPts val="0"/>
              </a:spcAft>
              <a:buClr>
                <a:schemeClr val="dk1"/>
              </a:buClr>
              <a:buSzPts val="1200"/>
              <a:buFont typeface="Inter"/>
              <a:buNone/>
              <a:defRPr sz="1200">
                <a:solidFill>
                  <a:schemeClr val="dk1"/>
                </a:solidFill>
                <a:latin typeface="Inter"/>
                <a:ea typeface="Inter"/>
                <a:cs typeface="Inter"/>
                <a:sym typeface="Inter"/>
              </a:defRPr>
            </a:lvl9pPr>
          </a:lstStyle>
          <a:p>
            <a:endParaRPr/>
          </a:p>
        </p:txBody>
      </p:sp>
      <p:sp>
        <p:nvSpPr>
          <p:cNvPr id="174" name="Google Shape;174;p20"/>
          <p:cNvSpPr txBox="1">
            <a:spLocks noGrp="1"/>
          </p:cNvSpPr>
          <p:nvPr>
            <p:ph type="body" idx="8"/>
          </p:nvPr>
        </p:nvSpPr>
        <p:spPr>
          <a:xfrm>
            <a:off x="4629450" y="3717997"/>
            <a:ext cx="2172600" cy="804300"/>
          </a:xfrm>
          <a:prstGeom prst="rect">
            <a:avLst/>
          </a:prstGeom>
        </p:spPr>
        <p:txBody>
          <a:bodyPr spcFirstLastPara="1" wrap="square" lIns="182875" tIns="0" rIns="182875" bIns="0" anchor="t"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
        <p:nvSpPr>
          <p:cNvPr id="175" name="Google Shape;175;p20"/>
          <p:cNvSpPr txBox="1">
            <a:spLocks noGrp="1"/>
          </p:cNvSpPr>
          <p:nvPr>
            <p:ph type="body" idx="9"/>
          </p:nvPr>
        </p:nvSpPr>
        <p:spPr>
          <a:xfrm>
            <a:off x="284850" y="3717988"/>
            <a:ext cx="2055300" cy="804300"/>
          </a:xfrm>
          <a:prstGeom prst="rect">
            <a:avLst/>
          </a:prstGeom>
        </p:spPr>
        <p:txBody>
          <a:bodyPr spcFirstLastPara="1" wrap="square" lIns="0" tIns="0" rIns="182875" bIns="0" anchor="t" anchorCtr="0">
            <a:spAutoFit/>
          </a:bodyPr>
          <a:lstStyle>
            <a:lvl1pPr marL="457200" lvl="0" indent="-292100">
              <a:lnSpc>
                <a:spcPct val="100000"/>
              </a:lnSpc>
              <a:spcBef>
                <a:spcPts val="0"/>
              </a:spcBef>
              <a:spcAft>
                <a:spcPts val="0"/>
              </a:spcAft>
              <a:buClr>
                <a:schemeClr val="dk1"/>
              </a:buClr>
              <a:buSzPts val="1000"/>
              <a:buFont typeface="Inter"/>
              <a:buChar char="●"/>
              <a:defRPr sz="1000">
                <a:solidFill>
                  <a:schemeClr val="dk1"/>
                </a:solidFill>
              </a:defRPr>
            </a:lvl1pPr>
            <a:lvl2pPr marL="914400" lvl="1" indent="-292100">
              <a:lnSpc>
                <a:spcPct val="100000"/>
              </a:lnSpc>
              <a:spcBef>
                <a:spcPts val="0"/>
              </a:spcBef>
              <a:spcAft>
                <a:spcPts val="0"/>
              </a:spcAft>
              <a:buClr>
                <a:schemeClr val="dk1"/>
              </a:buClr>
              <a:buSzPts val="1000"/>
              <a:buFont typeface="Inter"/>
              <a:buChar char="○"/>
              <a:defRPr sz="1000">
                <a:solidFill>
                  <a:schemeClr val="dk1"/>
                </a:solidFill>
              </a:defRPr>
            </a:lvl2pPr>
            <a:lvl3pPr marL="1371600" lvl="2" indent="-292100">
              <a:lnSpc>
                <a:spcPct val="100000"/>
              </a:lnSpc>
              <a:spcBef>
                <a:spcPts val="0"/>
              </a:spcBef>
              <a:spcAft>
                <a:spcPts val="0"/>
              </a:spcAft>
              <a:buClr>
                <a:schemeClr val="dk1"/>
              </a:buClr>
              <a:buSzPts val="1000"/>
              <a:buFont typeface="Inter"/>
              <a:buChar char="■"/>
              <a:defRPr sz="1000">
                <a:solidFill>
                  <a:schemeClr val="dk1"/>
                </a:solidFill>
              </a:defRPr>
            </a:lvl3pPr>
            <a:lvl4pPr marL="1828800" lvl="3" indent="-292100">
              <a:lnSpc>
                <a:spcPct val="100000"/>
              </a:lnSpc>
              <a:spcBef>
                <a:spcPts val="0"/>
              </a:spcBef>
              <a:spcAft>
                <a:spcPts val="0"/>
              </a:spcAft>
              <a:buClr>
                <a:schemeClr val="dk1"/>
              </a:buClr>
              <a:buSzPts val="1000"/>
              <a:buFont typeface="Inter"/>
              <a:buChar char="●"/>
              <a:defRPr sz="1000">
                <a:solidFill>
                  <a:schemeClr val="dk1"/>
                </a:solidFill>
              </a:defRPr>
            </a:lvl4pPr>
            <a:lvl5pPr marL="2286000" lvl="4" indent="-292100">
              <a:lnSpc>
                <a:spcPct val="100000"/>
              </a:lnSpc>
              <a:spcBef>
                <a:spcPts val="0"/>
              </a:spcBef>
              <a:spcAft>
                <a:spcPts val="0"/>
              </a:spcAft>
              <a:buClr>
                <a:schemeClr val="dk1"/>
              </a:buClr>
              <a:buSzPts val="1000"/>
              <a:buFont typeface="Inter"/>
              <a:buChar char="○"/>
              <a:defRPr sz="1000">
                <a:solidFill>
                  <a:schemeClr val="dk1"/>
                </a:solidFill>
              </a:defRPr>
            </a:lvl5pPr>
            <a:lvl6pPr marL="2743200" lvl="5" indent="-292100">
              <a:lnSpc>
                <a:spcPct val="100000"/>
              </a:lnSpc>
              <a:spcBef>
                <a:spcPts val="0"/>
              </a:spcBef>
              <a:spcAft>
                <a:spcPts val="0"/>
              </a:spcAft>
              <a:buClr>
                <a:schemeClr val="dk1"/>
              </a:buClr>
              <a:buSzPts val="1000"/>
              <a:buFont typeface="Inter"/>
              <a:buChar char="■"/>
              <a:defRPr sz="1000">
                <a:solidFill>
                  <a:schemeClr val="dk1"/>
                </a:solidFill>
              </a:defRPr>
            </a:lvl6pPr>
            <a:lvl7pPr marL="3200400" lvl="6" indent="-292100">
              <a:lnSpc>
                <a:spcPct val="100000"/>
              </a:lnSpc>
              <a:spcBef>
                <a:spcPts val="0"/>
              </a:spcBef>
              <a:spcAft>
                <a:spcPts val="0"/>
              </a:spcAft>
              <a:buClr>
                <a:schemeClr val="dk1"/>
              </a:buClr>
              <a:buSzPts val="1000"/>
              <a:buFont typeface="Inter"/>
              <a:buChar char="●"/>
              <a:defRPr sz="1000">
                <a:solidFill>
                  <a:schemeClr val="dk1"/>
                </a:solidFill>
              </a:defRPr>
            </a:lvl7pPr>
            <a:lvl8pPr marL="3657600" lvl="7" indent="-292100">
              <a:lnSpc>
                <a:spcPct val="100000"/>
              </a:lnSpc>
              <a:spcBef>
                <a:spcPts val="0"/>
              </a:spcBef>
              <a:spcAft>
                <a:spcPts val="0"/>
              </a:spcAft>
              <a:buClr>
                <a:schemeClr val="dk1"/>
              </a:buClr>
              <a:buSzPts val="1000"/>
              <a:buFont typeface="Inter"/>
              <a:buChar char="○"/>
              <a:defRPr sz="1000">
                <a:solidFill>
                  <a:schemeClr val="dk1"/>
                </a:solidFill>
              </a:defRPr>
            </a:lvl8pPr>
            <a:lvl9pPr marL="4114800" lvl="8" indent="-292100">
              <a:lnSpc>
                <a:spcPct val="100000"/>
              </a:lnSpc>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image grid and description">
  <p:cSld name="CUSTOM">
    <p:bg>
      <p:bgPr>
        <a:solidFill>
          <a:schemeClr val="accent3"/>
        </a:solidFill>
        <a:effectLst/>
      </p:bgPr>
    </p:bg>
    <p:spTree>
      <p:nvGrpSpPr>
        <p:cNvPr id="1" name="Shape 176"/>
        <p:cNvGrpSpPr/>
        <p:nvPr/>
      </p:nvGrpSpPr>
      <p:grpSpPr>
        <a:xfrm>
          <a:off x="0" y="0"/>
          <a:ext cx="0" cy="0"/>
          <a:chOff x="0" y="0"/>
          <a:chExt cx="0" cy="0"/>
        </a:xfrm>
      </p:grpSpPr>
      <p:sp>
        <p:nvSpPr>
          <p:cNvPr id="177" name="Google Shape;177;p21"/>
          <p:cNvSpPr>
            <a:spLocks noGrp="1"/>
          </p:cNvSpPr>
          <p:nvPr>
            <p:ph type="pic" idx="2"/>
          </p:nvPr>
        </p:nvSpPr>
        <p:spPr>
          <a:xfrm>
            <a:off x="4629750" y="286075"/>
            <a:ext cx="1257900" cy="1261500"/>
          </a:xfrm>
          <a:prstGeom prst="rect">
            <a:avLst/>
          </a:prstGeom>
          <a:noFill/>
          <a:ln>
            <a:noFill/>
          </a:ln>
        </p:spPr>
      </p:sp>
      <p:sp>
        <p:nvSpPr>
          <p:cNvPr id="178" name="Google Shape;178;p21"/>
          <p:cNvSpPr>
            <a:spLocks noGrp="1"/>
          </p:cNvSpPr>
          <p:nvPr>
            <p:ph type="pic" idx="3"/>
          </p:nvPr>
        </p:nvSpPr>
        <p:spPr>
          <a:xfrm>
            <a:off x="6111800" y="286075"/>
            <a:ext cx="1257900" cy="1261500"/>
          </a:xfrm>
          <a:prstGeom prst="rect">
            <a:avLst/>
          </a:prstGeom>
          <a:noFill/>
          <a:ln>
            <a:noFill/>
          </a:ln>
        </p:spPr>
      </p:sp>
      <p:sp>
        <p:nvSpPr>
          <p:cNvPr id="179" name="Google Shape;179;p21"/>
          <p:cNvSpPr>
            <a:spLocks noGrp="1"/>
          </p:cNvSpPr>
          <p:nvPr>
            <p:ph type="pic" idx="4"/>
          </p:nvPr>
        </p:nvSpPr>
        <p:spPr>
          <a:xfrm>
            <a:off x="7593850" y="286075"/>
            <a:ext cx="1257900" cy="1261500"/>
          </a:xfrm>
          <a:prstGeom prst="rect">
            <a:avLst/>
          </a:prstGeom>
          <a:noFill/>
          <a:ln>
            <a:noFill/>
          </a:ln>
        </p:spPr>
      </p:sp>
      <p:sp>
        <p:nvSpPr>
          <p:cNvPr id="180" name="Google Shape;180;p21"/>
          <p:cNvSpPr>
            <a:spLocks noGrp="1"/>
          </p:cNvSpPr>
          <p:nvPr>
            <p:ph type="pic" idx="5"/>
          </p:nvPr>
        </p:nvSpPr>
        <p:spPr>
          <a:xfrm>
            <a:off x="4629750" y="2634475"/>
            <a:ext cx="1257900" cy="1261500"/>
          </a:xfrm>
          <a:prstGeom prst="rect">
            <a:avLst/>
          </a:prstGeom>
          <a:noFill/>
          <a:ln>
            <a:noFill/>
          </a:ln>
        </p:spPr>
      </p:sp>
      <p:sp>
        <p:nvSpPr>
          <p:cNvPr id="181" name="Google Shape;181;p21"/>
          <p:cNvSpPr>
            <a:spLocks noGrp="1"/>
          </p:cNvSpPr>
          <p:nvPr>
            <p:ph type="pic" idx="6"/>
          </p:nvPr>
        </p:nvSpPr>
        <p:spPr>
          <a:xfrm>
            <a:off x="6111800" y="2634475"/>
            <a:ext cx="1257900" cy="1261500"/>
          </a:xfrm>
          <a:prstGeom prst="rect">
            <a:avLst/>
          </a:prstGeom>
          <a:noFill/>
          <a:ln>
            <a:noFill/>
          </a:ln>
        </p:spPr>
      </p:sp>
      <p:sp>
        <p:nvSpPr>
          <p:cNvPr id="182" name="Google Shape;182;p21"/>
          <p:cNvSpPr>
            <a:spLocks noGrp="1"/>
          </p:cNvSpPr>
          <p:nvPr>
            <p:ph type="pic" idx="7"/>
          </p:nvPr>
        </p:nvSpPr>
        <p:spPr>
          <a:xfrm>
            <a:off x="7593850" y="2634475"/>
            <a:ext cx="1257900" cy="1261500"/>
          </a:xfrm>
          <a:prstGeom prst="rect">
            <a:avLst/>
          </a:prstGeom>
          <a:noFill/>
          <a:ln>
            <a:noFill/>
          </a:ln>
        </p:spPr>
      </p:sp>
      <p:sp>
        <p:nvSpPr>
          <p:cNvPr id="183" name="Google Shape;183;p21"/>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84" name="Google Shape;184;p21"/>
          <p:cNvSpPr txBox="1">
            <a:spLocks noGrp="1"/>
          </p:cNvSpPr>
          <p:nvPr>
            <p:ph type="sldNum" idx="8"/>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185" name="Google Shape;185;p21"/>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86" name="Google Shape;186;p21"/>
          <p:cNvSpPr txBox="1">
            <a:spLocks noGrp="1"/>
          </p:cNvSpPr>
          <p:nvPr>
            <p:ph type="title" idx="9"/>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187" name="Google Shape;187;p21"/>
          <p:cNvSpPr txBox="1">
            <a:spLocks noGrp="1"/>
          </p:cNvSpPr>
          <p:nvPr>
            <p:ph type="title" idx="13"/>
          </p:nvPr>
        </p:nvSpPr>
        <p:spPr>
          <a:xfrm>
            <a:off x="283850" y="474875"/>
            <a:ext cx="2773200" cy="1743600"/>
          </a:xfrm>
          <a:prstGeom prst="rect">
            <a:avLst/>
          </a:prstGeom>
        </p:spPr>
        <p:txBody>
          <a:bodyPr spcFirstLastPara="1" wrap="square" lIns="0" tIns="0" rIns="0" bIns="0" anchor="t" anchorCtr="0">
            <a:noAutofit/>
          </a:bodyPr>
          <a:lstStyle>
            <a:lvl1pPr lvl="0">
              <a:lnSpc>
                <a:spcPct val="85000"/>
              </a:lnSpc>
              <a:spcBef>
                <a:spcPts val="0"/>
              </a:spcBef>
              <a:spcAft>
                <a:spcPts val="0"/>
              </a:spcAft>
              <a:buNone/>
              <a:defRPr>
                <a:solidFill>
                  <a:schemeClr val="dk1"/>
                </a:solidFill>
              </a:defRPr>
            </a:lvl1pPr>
            <a:lvl2pPr lvl="1">
              <a:lnSpc>
                <a:spcPct val="85000"/>
              </a:lnSpc>
              <a:spcBef>
                <a:spcPts val="0"/>
              </a:spcBef>
              <a:spcAft>
                <a:spcPts val="0"/>
              </a:spcAft>
              <a:buNone/>
              <a:defRPr>
                <a:solidFill>
                  <a:schemeClr val="dk1"/>
                </a:solidFill>
              </a:defRPr>
            </a:lvl2pPr>
            <a:lvl3pPr lvl="2">
              <a:lnSpc>
                <a:spcPct val="85000"/>
              </a:lnSpc>
              <a:spcBef>
                <a:spcPts val="0"/>
              </a:spcBef>
              <a:spcAft>
                <a:spcPts val="0"/>
              </a:spcAft>
              <a:buNone/>
              <a:defRPr>
                <a:solidFill>
                  <a:schemeClr val="dk1"/>
                </a:solidFill>
              </a:defRPr>
            </a:lvl3pPr>
            <a:lvl4pPr lvl="3">
              <a:lnSpc>
                <a:spcPct val="85000"/>
              </a:lnSpc>
              <a:spcBef>
                <a:spcPts val="0"/>
              </a:spcBef>
              <a:spcAft>
                <a:spcPts val="0"/>
              </a:spcAft>
              <a:buNone/>
              <a:defRPr>
                <a:solidFill>
                  <a:schemeClr val="dk1"/>
                </a:solidFill>
              </a:defRPr>
            </a:lvl4pPr>
            <a:lvl5pPr lvl="4">
              <a:lnSpc>
                <a:spcPct val="85000"/>
              </a:lnSpc>
              <a:spcBef>
                <a:spcPts val="0"/>
              </a:spcBef>
              <a:spcAft>
                <a:spcPts val="0"/>
              </a:spcAft>
              <a:buNone/>
              <a:defRPr>
                <a:solidFill>
                  <a:schemeClr val="dk1"/>
                </a:solidFill>
              </a:defRPr>
            </a:lvl5pPr>
            <a:lvl6pPr lvl="5">
              <a:lnSpc>
                <a:spcPct val="85000"/>
              </a:lnSpc>
              <a:spcBef>
                <a:spcPts val="0"/>
              </a:spcBef>
              <a:spcAft>
                <a:spcPts val="0"/>
              </a:spcAft>
              <a:buNone/>
              <a:defRPr>
                <a:solidFill>
                  <a:schemeClr val="dk1"/>
                </a:solidFill>
              </a:defRPr>
            </a:lvl6pPr>
            <a:lvl7pPr lvl="6">
              <a:lnSpc>
                <a:spcPct val="85000"/>
              </a:lnSpc>
              <a:spcBef>
                <a:spcPts val="0"/>
              </a:spcBef>
              <a:spcAft>
                <a:spcPts val="0"/>
              </a:spcAft>
              <a:buNone/>
              <a:defRPr>
                <a:solidFill>
                  <a:schemeClr val="dk1"/>
                </a:solidFill>
              </a:defRPr>
            </a:lvl7pPr>
            <a:lvl8pPr lvl="7">
              <a:lnSpc>
                <a:spcPct val="85000"/>
              </a:lnSpc>
              <a:spcBef>
                <a:spcPts val="0"/>
              </a:spcBef>
              <a:spcAft>
                <a:spcPts val="0"/>
              </a:spcAft>
              <a:buNone/>
              <a:defRPr>
                <a:solidFill>
                  <a:schemeClr val="dk1"/>
                </a:solidFill>
              </a:defRPr>
            </a:lvl8pPr>
            <a:lvl9pPr lvl="8">
              <a:lnSpc>
                <a:spcPct val="85000"/>
              </a:lnSpc>
              <a:spcBef>
                <a:spcPts val="0"/>
              </a:spcBef>
              <a:spcAft>
                <a:spcPts val="0"/>
              </a:spcAft>
              <a:buNone/>
              <a:defRPr>
                <a:solidFill>
                  <a:schemeClr val="dk1"/>
                </a:solidFill>
              </a:defRPr>
            </a:lvl9pPr>
          </a:lstStyle>
          <a:p>
            <a:endParaRPr/>
          </a:p>
        </p:txBody>
      </p:sp>
      <p:sp>
        <p:nvSpPr>
          <p:cNvPr id="188" name="Google Shape;188;p21"/>
          <p:cNvSpPr txBox="1">
            <a:spLocks noGrp="1"/>
          </p:cNvSpPr>
          <p:nvPr>
            <p:ph type="title" idx="14"/>
          </p:nvPr>
        </p:nvSpPr>
        <p:spPr>
          <a:xfrm>
            <a:off x="462975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89" name="Google Shape;189;p21"/>
          <p:cNvSpPr txBox="1">
            <a:spLocks noGrp="1"/>
          </p:cNvSpPr>
          <p:nvPr>
            <p:ph type="title" idx="15"/>
          </p:nvPr>
        </p:nvSpPr>
        <p:spPr>
          <a:xfrm>
            <a:off x="611180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90" name="Google Shape;190;p21"/>
          <p:cNvSpPr txBox="1">
            <a:spLocks noGrp="1"/>
          </p:cNvSpPr>
          <p:nvPr>
            <p:ph type="title" idx="16"/>
          </p:nvPr>
        </p:nvSpPr>
        <p:spPr>
          <a:xfrm>
            <a:off x="7593850" y="1649525"/>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91" name="Google Shape;191;p21"/>
          <p:cNvSpPr txBox="1">
            <a:spLocks noGrp="1"/>
          </p:cNvSpPr>
          <p:nvPr>
            <p:ph type="title" idx="17"/>
          </p:nvPr>
        </p:nvSpPr>
        <p:spPr>
          <a:xfrm>
            <a:off x="462975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92" name="Google Shape;192;p21"/>
          <p:cNvSpPr txBox="1">
            <a:spLocks noGrp="1"/>
          </p:cNvSpPr>
          <p:nvPr>
            <p:ph type="title" idx="18"/>
          </p:nvPr>
        </p:nvSpPr>
        <p:spPr>
          <a:xfrm>
            <a:off x="611180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93" name="Google Shape;193;p21"/>
          <p:cNvSpPr txBox="1">
            <a:spLocks noGrp="1"/>
          </p:cNvSpPr>
          <p:nvPr>
            <p:ph type="title" idx="19"/>
          </p:nvPr>
        </p:nvSpPr>
        <p:spPr>
          <a:xfrm>
            <a:off x="7593850" y="3995850"/>
            <a:ext cx="1257900" cy="686400"/>
          </a:xfrm>
          <a:prstGeom prst="rect">
            <a:avLst/>
          </a:prstGeom>
        </p:spPr>
        <p:txBody>
          <a:bodyPr spcFirstLastPara="1" wrap="square" lIns="0" tIns="0" rIns="0" bIns="0" anchor="t" anchorCtr="0">
            <a:noAutofit/>
          </a:bodyPr>
          <a:lstStyle>
            <a:lvl1pPr lvl="0">
              <a:lnSpc>
                <a:spcPct val="110000"/>
              </a:lnSpc>
              <a:spcBef>
                <a:spcPts val="0"/>
              </a:spcBef>
              <a:spcAft>
                <a:spcPts val="0"/>
              </a:spcAft>
              <a:buClr>
                <a:schemeClr val="dk1"/>
              </a:buClr>
              <a:buSzPts val="1000"/>
              <a:buNone/>
              <a:defRPr sz="1000">
                <a:solidFill>
                  <a:schemeClr val="dk1"/>
                </a:solidFill>
              </a:defRPr>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image grid and description - Alt 1">
  <p:cSld name="CUSTOM_3">
    <p:bg>
      <p:bgPr>
        <a:solidFill>
          <a:schemeClr val="accent1"/>
        </a:solidFill>
        <a:effectLst/>
      </p:bgPr>
    </p:bg>
    <p:spTree>
      <p:nvGrpSpPr>
        <p:cNvPr id="1" name="Shape 194"/>
        <p:cNvGrpSpPr/>
        <p:nvPr/>
      </p:nvGrpSpPr>
      <p:grpSpPr>
        <a:xfrm>
          <a:off x="0" y="0"/>
          <a:ext cx="0" cy="0"/>
          <a:chOff x="0" y="0"/>
          <a:chExt cx="0" cy="0"/>
        </a:xfrm>
      </p:grpSpPr>
      <p:sp>
        <p:nvSpPr>
          <p:cNvPr id="195" name="Google Shape;195;p22"/>
          <p:cNvSpPr>
            <a:spLocks noGrp="1"/>
          </p:cNvSpPr>
          <p:nvPr>
            <p:ph type="pic" idx="2"/>
          </p:nvPr>
        </p:nvSpPr>
        <p:spPr>
          <a:xfrm>
            <a:off x="2456700" y="373175"/>
            <a:ext cx="1515000" cy="1616700"/>
          </a:xfrm>
          <a:prstGeom prst="rect">
            <a:avLst/>
          </a:prstGeom>
          <a:noFill/>
          <a:ln>
            <a:noFill/>
          </a:ln>
        </p:spPr>
      </p:sp>
      <p:sp>
        <p:nvSpPr>
          <p:cNvPr id="196" name="Google Shape;196;p22"/>
          <p:cNvSpPr txBox="1">
            <a:spLocks noGrp="1"/>
          </p:cNvSpPr>
          <p:nvPr>
            <p:ph type="title"/>
          </p:nvPr>
        </p:nvSpPr>
        <p:spPr>
          <a:xfrm>
            <a:off x="2635350" y="2172975"/>
            <a:ext cx="1188600" cy="1524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100"/>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197" name="Google Shape;197;p22"/>
          <p:cNvSpPr txBox="1">
            <a:spLocks noGrp="1"/>
          </p:cNvSpPr>
          <p:nvPr>
            <p:ph type="body" idx="1"/>
          </p:nvPr>
        </p:nvSpPr>
        <p:spPr>
          <a:xfrm>
            <a:off x="2635350"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198" name="Google Shape;198;p22"/>
          <p:cNvSpPr txBox="1">
            <a:spLocks noGrp="1"/>
          </p:cNvSpPr>
          <p:nvPr>
            <p:ph type="title" idx="3"/>
          </p:nvPr>
        </p:nvSpPr>
        <p:spPr>
          <a:xfrm>
            <a:off x="2635350"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199" name="Google Shape;199;p22"/>
          <p:cNvSpPr>
            <a:spLocks noGrp="1"/>
          </p:cNvSpPr>
          <p:nvPr>
            <p:ph type="pic" idx="4"/>
          </p:nvPr>
        </p:nvSpPr>
        <p:spPr>
          <a:xfrm>
            <a:off x="4084738" y="373175"/>
            <a:ext cx="1515000" cy="1616700"/>
          </a:xfrm>
          <a:prstGeom prst="rect">
            <a:avLst/>
          </a:prstGeom>
          <a:noFill/>
          <a:ln>
            <a:noFill/>
          </a:ln>
        </p:spPr>
      </p:sp>
      <p:sp>
        <p:nvSpPr>
          <p:cNvPr id="200" name="Google Shape;200;p22"/>
          <p:cNvSpPr txBox="1">
            <a:spLocks noGrp="1"/>
          </p:cNvSpPr>
          <p:nvPr>
            <p:ph type="title" idx="5"/>
          </p:nvPr>
        </p:nvSpPr>
        <p:spPr>
          <a:xfrm>
            <a:off x="4263388"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01" name="Google Shape;201;p22"/>
          <p:cNvSpPr txBox="1">
            <a:spLocks noGrp="1"/>
          </p:cNvSpPr>
          <p:nvPr>
            <p:ph type="body" idx="6"/>
          </p:nvPr>
        </p:nvSpPr>
        <p:spPr>
          <a:xfrm>
            <a:off x="4263388"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02" name="Google Shape;202;p22"/>
          <p:cNvSpPr txBox="1">
            <a:spLocks noGrp="1"/>
          </p:cNvSpPr>
          <p:nvPr>
            <p:ph type="title" idx="7"/>
          </p:nvPr>
        </p:nvSpPr>
        <p:spPr>
          <a:xfrm>
            <a:off x="4263388"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03" name="Google Shape;203;p22"/>
          <p:cNvSpPr>
            <a:spLocks noGrp="1"/>
          </p:cNvSpPr>
          <p:nvPr>
            <p:ph type="pic" idx="8"/>
          </p:nvPr>
        </p:nvSpPr>
        <p:spPr>
          <a:xfrm>
            <a:off x="5713225" y="373175"/>
            <a:ext cx="1515000" cy="1616700"/>
          </a:xfrm>
          <a:prstGeom prst="rect">
            <a:avLst/>
          </a:prstGeom>
          <a:noFill/>
          <a:ln>
            <a:noFill/>
          </a:ln>
        </p:spPr>
      </p:sp>
      <p:sp>
        <p:nvSpPr>
          <p:cNvPr id="204" name="Google Shape;204;p22"/>
          <p:cNvSpPr txBox="1">
            <a:spLocks noGrp="1"/>
          </p:cNvSpPr>
          <p:nvPr>
            <p:ph type="title" idx="9"/>
          </p:nvPr>
        </p:nvSpPr>
        <p:spPr>
          <a:xfrm>
            <a:off x="5891875"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05" name="Google Shape;205;p22"/>
          <p:cNvSpPr txBox="1">
            <a:spLocks noGrp="1"/>
          </p:cNvSpPr>
          <p:nvPr>
            <p:ph type="body" idx="13"/>
          </p:nvPr>
        </p:nvSpPr>
        <p:spPr>
          <a:xfrm>
            <a:off x="5891875"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06" name="Google Shape;206;p22"/>
          <p:cNvSpPr txBox="1">
            <a:spLocks noGrp="1"/>
          </p:cNvSpPr>
          <p:nvPr>
            <p:ph type="title" idx="14"/>
          </p:nvPr>
        </p:nvSpPr>
        <p:spPr>
          <a:xfrm>
            <a:off x="5891875"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07" name="Google Shape;207;p22"/>
          <p:cNvSpPr>
            <a:spLocks noGrp="1"/>
          </p:cNvSpPr>
          <p:nvPr>
            <p:ph type="pic" idx="15"/>
          </p:nvPr>
        </p:nvSpPr>
        <p:spPr>
          <a:xfrm>
            <a:off x="7341950" y="373175"/>
            <a:ext cx="1515000" cy="1616700"/>
          </a:xfrm>
          <a:prstGeom prst="rect">
            <a:avLst/>
          </a:prstGeom>
          <a:noFill/>
          <a:ln>
            <a:noFill/>
          </a:ln>
        </p:spPr>
      </p:sp>
      <p:sp>
        <p:nvSpPr>
          <p:cNvPr id="208" name="Google Shape;208;p22"/>
          <p:cNvSpPr txBox="1">
            <a:spLocks noGrp="1"/>
          </p:cNvSpPr>
          <p:nvPr>
            <p:ph type="title" idx="16"/>
          </p:nvPr>
        </p:nvSpPr>
        <p:spPr>
          <a:xfrm>
            <a:off x="7520600" y="2172975"/>
            <a:ext cx="1188600" cy="152400"/>
          </a:xfrm>
          <a:prstGeom prst="rect">
            <a:avLst/>
          </a:prstGeom>
        </p:spPr>
        <p:txBody>
          <a:bodyPr spcFirstLastPara="1" wrap="square" lIns="0" tIns="0" rIns="0" bIns="0" anchor="t" anchorCtr="0">
            <a:noAutofit/>
          </a:bodyPr>
          <a:lstStyle>
            <a:lvl1pPr lvl="0">
              <a:spcBef>
                <a:spcPts val="0"/>
              </a:spcBef>
              <a:spcAft>
                <a:spcPts val="0"/>
              </a:spcAft>
              <a:buNone/>
              <a:defRPr sz="1000"/>
            </a:lvl1pPr>
            <a:lvl2pPr lvl="1">
              <a:lnSpc>
                <a:spcPct val="110000"/>
              </a:lnSpc>
              <a:spcBef>
                <a:spcPts val="0"/>
              </a:spcBef>
              <a:spcAft>
                <a:spcPts val="0"/>
              </a:spcAft>
              <a:buClr>
                <a:schemeClr val="dk1"/>
              </a:buClr>
              <a:buSzPts val="1000"/>
              <a:buNone/>
              <a:defRPr sz="1000">
                <a:solidFill>
                  <a:schemeClr val="dk1"/>
                </a:solidFill>
              </a:defRPr>
            </a:lvl2pPr>
            <a:lvl3pPr lvl="2">
              <a:lnSpc>
                <a:spcPct val="110000"/>
              </a:lnSpc>
              <a:spcBef>
                <a:spcPts val="0"/>
              </a:spcBef>
              <a:spcAft>
                <a:spcPts val="0"/>
              </a:spcAft>
              <a:buClr>
                <a:schemeClr val="dk1"/>
              </a:buClr>
              <a:buSzPts val="1000"/>
              <a:buNone/>
              <a:defRPr sz="1000">
                <a:solidFill>
                  <a:schemeClr val="dk1"/>
                </a:solidFill>
              </a:defRPr>
            </a:lvl3pPr>
            <a:lvl4pPr lvl="3">
              <a:lnSpc>
                <a:spcPct val="110000"/>
              </a:lnSpc>
              <a:spcBef>
                <a:spcPts val="0"/>
              </a:spcBef>
              <a:spcAft>
                <a:spcPts val="0"/>
              </a:spcAft>
              <a:buClr>
                <a:schemeClr val="dk1"/>
              </a:buClr>
              <a:buSzPts val="1000"/>
              <a:buNone/>
              <a:defRPr sz="1000">
                <a:solidFill>
                  <a:schemeClr val="dk1"/>
                </a:solidFill>
              </a:defRPr>
            </a:lvl4pPr>
            <a:lvl5pPr lvl="4">
              <a:lnSpc>
                <a:spcPct val="110000"/>
              </a:lnSpc>
              <a:spcBef>
                <a:spcPts val="0"/>
              </a:spcBef>
              <a:spcAft>
                <a:spcPts val="0"/>
              </a:spcAft>
              <a:buClr>
                <a:schemeClr val="dk1"/>
              </a:buClr>
              <a:buSzPts val="1000"/>
              <a:buNone/>
              <a:defRPr sz="1000">
                <a:solidFill>
                  <a:schemeClr val="dk1"/>
                </a:solidFill>
              </a:defRPr>
            </a:lvl5pPr>
            <a:lvl6pPr lvl="5">
              <a:lnSpc>
                <a:spcPct val="110000"/>
              </a:lnSpc>
              <a:spcBef>
                <a:spcPts val="0"/>
              </a:spcBef>
              <a:spcAft>
                <a:spcPts val="0"/>
              </a:spcAft>
              <a:buClr>
                <a:schemeClr val="dk1"/>
              </a:buClr>
              <a:buSzPts val="1000"/>
              <a:buNone/>
              <a:defRPr sz="1000">
                <a:solidFill>
                  <a:schemeClr val="dk1"/>
                </a:solidFill>
              </a:defRPr>
            </a:lvl6pPr>
            <a:lvl7pPr lvl="6">
              <a:lnSpc>
                <a:spcPct val="110000"/>
              </a:lnSpc>
              <a:spcBef>
                <a:spcPts val="0"/>
              </a:spcBef>
              <a:spcAft>
                <a:spcPts val="0"/>
              </a:spcAft>
              <a:buClr>
                <a:schemeClr val="dk1"/>
              </a:buClr>
              <a:buSzPts val="1000"/>
              <a:buNone/>
              <a:defRPr sz="1000">
                <a:solidFill>
                  <a:schemeClr val="dk1"/>
                </a:solidFill>
              </a:defRPr>
            </a:lvl7pPr>
            <a:lvl8pPr lvl="7">
              <a:lnSpc>
                <a:spcPct val="110000"/>
              </a:lnSpc>
              <a:spcBef>
                <a:spcPts val="0"/>
              </a:spcBef>
              <a:spcAft>
                <a:spcPts val="0"/>
              </a:spcAft>
              <a:buClr>
                <a:schemeClr val="dk1"/>
              </a:buClr>
              <a:buSzPts val="1000"/>
              <a:buNone/>
              <a:defRPr sz="1000">
                <a:solidFill>
                  <a:schemeClr val="dk1"/>
                </a:solidFill>
              </a:defRPr>
            </a:lvl8pPr>
            <a:lvl9pPr lvl="8">
              <a:lnSpc>
                <a:spcPct val="110000"/>
              </a:lnSpc>
              <a:spcBef>
                <a:spcPts val="0"/>
              </a:spcBef>
              <a:spcAft>
                <a:spcPts val="0"/>
              </a:spcAft>
              <a:buClr>
                <a:schemeClr val="dk1"/>
              </a:buClr>
              <a:buSzPts val="1000"/>
              <a:buNone/>
              <a:defRPr sz="1000">
                <a:solidFill>
                  <a:schemeClr val="dk1"/>
                </a:solidFill>
              </a:defRPr>
            </a:lvl9pPr>
          </a:lstStyle>
          <a:p>
            <a:endParaRPr/>
          </a:p>
        </p:txBody>
      </p:sp>
      <p:sp>
        <p:nvSpPr>
          <p:cNvPr id="209" name="Google Shape;209;p22"/>
          <p:cNvSpPr txBox="1">
            <a:spLocks noGrp="1"/>
          </p:cNvSpPr>
          <p:nvPr>
            <p:ph type="body" idx="17"/>
          </p:nvPr>
        </p:nvSpPr>
        <p:spPr>
          <a:xfrm>
            <a:off x="7520600" y="2832368"/>
            <a:ext cx="1161900" cy="16707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Clr>
                <a:schemeClr val="lt1"/>
              </a:buClr>
              <a:buSzPts val="800"/>
              <a:buFont typeface="Inter"/>
              <a:buChar char="●"/>
              <a:defRPr sz="800"/>
            </a:lvl1pPr>
            <a:lvl2pPr marL="914400" lvl="1" indent="-279400">
              <a:lnSpc>
                <a:spcPct val="115000"/>
              </a:lnSpc>
              <a:spcBef>
                <a:spcPts val="0"/>
              </a:spcBef>
              <a:spcAft>
                <a:spcPts val="0"/>
              </a:spcAft>
              <a:buClr>
                <a:schemeClr val="lt1"/>
              </a:buClr>
              <a:buSzPts val="800"/>
              <a:buFont typeface="Inter"/>
              <a:buChar char="○"/>
              <a:defRPr sz="800"/>
            </a:lvl2pPr>
            <a:lvl3pPr marL="1371600" lvl="2" indent="-279400">
              <a:lnSpc>
                <a:spcPct val="115000"/>
              </a:lnSpc>
              <a:spcBef>
                <a:spcPts val="0"/>
              </a:spcBef>
              <a:spcAft>
                <a:spcPts val="0"/>
              </a:spcAft>
              <a:buClr>
                <a:schemeClr val="lt1"/>
              </a:buClr>
              <a:buSzPts val="800"/>
              <a:buFont typeface="Inter"/>
              <a:buChar char="■"/>
              <a:defRPr sz="800"/>
            </a:lvl3pPr>
            <a:lvl4pPr marL="1828800" lvl="3" indent="-279400">
              <a:lnSpc>
                <a:spcPct val="115000"/>
              </a:lnSpc>
              <a:spcBef>
                <a:spcPts val="0"/>
              </a:spcBef>
              <a:spcAft>
                <a:spcPts val="0"/>
              </a:spcAft>
              <a:buClr>
                <a:schemeClr val="lt1"/>
              </a:buClr>
              <a:buSzPts val="800"/>
              <a:buFont typeface="Inter"/>
              <a:buChar char="●"/>
              <a:defRPr sz="800"/>
            </a:lvl4pPr>
            <a:lvl5pPr marL="2286000" lvl="4" indent="-279400">
              <a:lnSpc>
                <a:spcPct val="115000"/>
              </a:lnSpc>
              <a:spcBef>
                <a:spcPts val="0"/>
              </a:spcBef>
              <a:spcAft>
                <a:spcPts val="0"/>
              </a:spcAft>
              <a:buClr>
                <a:schemeClr val="lt1"/>
              </a:buClr>
              <a:buSzPts val="800"/>
              <a:buFont typeface="Inter"/>
              <a:buChar char="○"/>
              <a:defRPr sz="800"/>
            </a:lvl5pPr>
            <a:lvl6pPr marL="2743200" lvl="5" indent="-279400">
              <a:lnSpc>
                <a:spcPct val="115000"/>
              </a:lnSpc>
              <a:spcBef>
                <a:spcPts val="0"/>
              </a:spcBef>
              <a:spcAft>
                <a:spcPts val="0"/>
              </a:spcAft>
              <a:buClr>
                <a:schemeClr val="lt1"/>
              </a:buClr>
              <a:buSzPts val="800"/>
              <a:buFont typeface="Inter"/>
              <a:buChar char="■"/>
              <a:defRPr sz="800"/>
            </a:lvl6pPr>
            <a:lvl7pPr marL="3200400" lvl="6" indent="-279400">
              <a:lnSpc>
                <a:spcPct val="115000"/>
              </a:lnSpc>
              <a:spcBef>
                <a:spcPts val="0"/>
              </a:spcBef>
              <a:spcAft>
                <a:spcPts val="0"/>
              </a:spcAft>
              <a:buClr>
                <a:schemeClr val="lt1"/>
              </a:buClr>
              <a:buSzPts val="800"/>
              <a:buFont typeface="Inter"/>
              <a:buChar char="●"/>
              <a:defRPr sz="800"/>
            </a:lvl7pPr>
            <a:lvl8pPr marL="3657600" lvl="7" indent="-279400">
              <a:lnSpc>
                <a:spcPct val="115000"/>
              </a:lnSpc>
              <a:spcBef>
                <a:spcPts val="0"/>
              </a:spcBef>
              <a:spcAft>
                <a:spcPts val="0"/>
              </a:spcAft>
              <a:buClr>
                <a:schemeClr val="lt1"/>
              </a:buClr>
              <a:buSzPts val="800"/>
              <a:buFont typeface="Inter"/>
              <a:buChar char="○"/>
              <a:defRPr sz="800"/>
            </a:lvl8pPr>
            <a:lvl9pPr marL="4114800" lvl="8" indent="-279400">
              <a:lnSpc>
                <a:spcPct val="115000"/>
              </a:lnSpc>
              <a:spcBef>
                <a:spcPts val="0"/>
              </a:spcBef>
              <a:spcAft>
                <a:spcPts val="0"/>
              </a:spcAft>
              <a:buClr>
                <a:schemeClr val="lt1"/>
              </a:buClr>
              <a:buSzPts val="800"/>
              <a:buFont typeface="Inter"/>
              <a:buChar char="■"/>
              <a:defRPr sz="800"/>
            </a:lvl9pPr>
          </a:lstStyle>
          <a:p>
            <a:endParaRPr/>
          </a:p>
        </p:txBody>
      </p:sp>
      <p:sp>
        <p:nvSpPr>
          <p:cNvPr id="210" name="Google Shape;210;p22"/>
          <p:cNvSpPr txBox="1">
            <a:spLocks noGrp="1"/>
          </p:cNvSpPr>
          <p:nvPr>
            <p:ph type="title" idx="18"/>
          </p:nvPr>
        </p:nvSpPr>
        <p:spPr>
          <a:xfrm>
            <a:off x="7520600" y="2325375"/>
            <a:ext cx="1188600" cy="2781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800"/>
              <a:buNone/>
              <a:defRPr sz="800"/>
            </a:lvl2pPr>
            <a:lvl3pPr lvl="2">
              <a:lnSpc>
                <a:spcPct val="110000"/>
              </a:lnSpc>
              <a:spcBef>
                <a:spcPts val="0"/>
              </a:spcBef>
              <a:spcAft>
                <a:spcPts val="0"/>
              </a:spcAft>
              <a:buSzPts val="800"/>
              <a:buNone/>
              <a:defRPr sz="800"/>
            </a:lvl3pPr>
            <a:lvl4pPr lvl="3">
              <a:lnSpc>
                <a:spcPct val="110000"/>
              </a:lnSpc>
              <a:spcBef>
                <a:spcPts val="0"/>
              </a:spcBef>
              <a:spcAft>
                <a:spcPts val="0"/>
              </a:spcAft>
              <a:buSzPts val="800"/>
              <a:buNone/>
              <a:defRPr sz="800"/>
            </a:lvl4pPr>
            <a:lvl5pPr lvl="4">
              <a:lnSpc>
                <a:spcPct val="110000"/>
              </a:lnSpc>
              <a:spcBef>
                <a:spcPts val="0"/>
              </a:spcBef>
              <a:spcAft>
                <a:spcPts val="0"/>
              </a:spcAft>
              <a:buSzPts val="800"/>
              <a:buNone/>
              <a:defRPr sz="800"/>
            </a:lvl5pPr>
            <a:lvl6pPr lvl="5">
              <a:lnSpc>
                <a:spcPct val="110000"/>
              </a:lnSpc>
              <a:spcBef>
                <a:spcPts val="0"/>
              </a:spcBef>
              <a:spcAft>
                <a:spcPts val="0"/>
              </a:spcAft>
              <a:buSzPts val="800"/>
              <a:buNone/>
              <a:defRPr sz="800"/>
            </a:lvl6pPr>
            <a:lvl7pPr lvl="6">
              <a:lnSpc>
                <a:spcPct val="110000"/>
              </a:lnSpc>
              <a:spcBef>
                <a:spcPts val="0"/>
              </a:spcBef>
              <a:spcAft>
                <a:spcPts val="0"/>
              </a:spcAft>
              <a:buSzPts val="800"/>
              <a:buNone/>
              <a:defRPr sz="800"/>
            </a:lvl7pPr>
            <a:lvl8pPr lvl="7">
              <a:lnSpc>
                <a:spcPct val="110000"/>
              </a:lnSpc>
              <a:spcBef>
                <a:spcPts val="0"/>
              </a:spcBef>
              <a:spcAft>
                <a:spcPts val="0"/>
              </a:spcAft>
              <a:buSzPts val="800"/>
              <a:buNone/>
              <a:defRPr sz="800"/>
            </a:lvl8pPr>
            <a:lvl9pPr lvl="8">
              <a:lnSpc>
                <a:spcPct val="110000"/>
              </a:lnSpc>
              <a:spcBef>
                <a:spcPts val="0"/>
              </a:spcBef>
              <a:spcAft>
                <a:spcPts val="0"/>
              </a:spcAft>
              <a:buSzPts val="800"/>
              <a:buNone/>
              <a:defRPr sz="800"/>
            </a:lvl9pPr>
          </a:lstStyle>
          <a:p>
            <a:endParaRPr/>
          </a:p>
        </p:txBody>
      </p:sp>
      <p:sp>
        <p:nvSpPr>
          <p:cNvPr id="211" name="Google Shape;211;p22"/>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12" name="Google Shape;212;p22"/>
          <p:cNvSpPr txBox="1">
            <a:spLocks noGrp="1"/>
          </p:cNvSpPr>
          <p:nvPr>
            <p:ph type="title" idx="19"/>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3" name="Google Shape;213;p22"/>
          <p:cNvSpPr txBox="1">
            <a:spLocks noGrp="1"/>
          </p:cNvSpPr>
          <p:nvPr>
            <p:ph type="title" idx="20"/>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4" name="Google Shape;214;p22"/>
          <p:cNvSpPr txBox="1">
            <a:spLocks noGrp="1"/>
          </p:cNvSpPr>
          <p:nvPr>
            <p:ph type="title" idx="21"/>
          </p:nvPr>
        </p:nvSpPr>
        <p:spPr>
          <a:xfrm>
            <a:off x="283850" y="285900"/>
            <a:ext cx="2055600" cy="12696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a:lvl1pPr>
            <a:lvl2pPr lvl="1">
              <a:lnSpc>
                <a:spcPct val="85000"/>
              </a:lnSpc>
              <a:spcBef>
                <a:spcPts val="0"/>
              </a:spcBef>
              <a:spcAft>
                <a:spcPts val="0"/>
              </a:spcAft>
              <a:buNone/>
              <a:defRPr/>
            </a:lvl2pPr>
            <a:lvl3pPr lvl="2">
              <a:lnSpc>
                <a:spcPct val="85000"/>
              </a:lnSpc>
              <a:spcBef>
                <a:spcPts val="0"/>
              </a:spcBef>
              <a:spcAft>
                <a:spcPts val="0"/>
              </a:spcAft>
              <a:buNone/>
              <a:defRPr/>
            </a:lvl3pPr>
            <a:lvl4pPr lvl="3">
              <a:lnSpc>
                <a:spcPct val="85000"/>
              </a:lnSpc>
              <a:spcBef>
                <a:spcPts val="0"/>
              </a:spcBef>
              <a:spcAft>
                <a:spcPts val="0"/>
              </a:spcAft>
              <a:buNone/>
              <a:defRPr/>
            </a:lvl4pPr>
            <a:lvl5pPr lvl="4">
              <a:lnSpc>
                <a:spcPct val="85000"/>
              </a:lnSpc>
              <a:spcBef>
                <a:spcPts val="0"/>
              </a:spcBef>
              <a:spcAft>
                <a:spcPts val="0"/>
              </a:spcAft>
              <a:buNone/>
              <a:defRPr/>
            </a:lvl5pPr>
            <a:lvl6pPr lvl="5">
              <a:lnSpc>
                <a:spcPct val="85000"/>
              </a:lnSpc>
              <a:spcBef>
                <a:spcPts val="0"/>
              </a:spcBef>
              <a:spcAft>
                <a:spcPts val="0"/>
              </a:spcAft>
              <a:buNone/>
              <a:defRPr/>
            </a:lvl6pPr>
            <a:lvl7pPr lvl="6">
              <a:lnSpc>
                <a:spcPct val="85000"/>
              </a:lnSpc>
              <a:spcBef>
                <a:spcPts val="0"/>
              </a:spcBef>
              <a:spcAft>
                <a:spcPts val="0"/>
              </a:spcAft>
              <a:buNone/>
              <a:defRPr/>
            </a:lvl7pPr>
            <a:lvl8pPr lvl="7">
              <a:lnSpc>
                <a:spcPct val="85000"/>
              </a:lnSpc>
              <a:spcBef>
                <a:spcPts val="0"/>
              </a:spcBef>
              <a:spcAft>
                <a:spcPts val="0"/>
              </a:spcAft>
              <a:buNone/>
              <a:defRPr/>
            </a:lvl8pPr>
            <a:lvl9pPr lvl="8">
              <a:lnSpc>
                <a:spcPct val="85000"/>
              </a:lnSpc>
              <a:spcBef>
                <a:spcPts val="0"/>
              </a:spcBef>
              <a:spcAft>
                <a:spcPts val="0"/>
              </a:spcAft>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image grid and description - Alt 2">
  <p:cSld name="CUSTOM_4">
    <p:spTree>
      <p:nvGrpSpPr>
        <p:cNvPr id="1" name="Shape 215"/>
        <p:cNvGrpSpPr/>
        <p:nvPr/>
      </p:nvGrpSpPr>
      <p:grpSpPr>
        <a:xfrm>
          <a:off x="0" y="0"/>
          <a:ext cx="0" cy="0"/>
          <a:chOff x="0" y="0"/>
          <a:chExt cx="0" cy="0"/>
        </a:xfrm>
      </p:grpSpPr>
      <p:sp>
        <p:nvSpPr>
          <p:cNvPr id="216" name="Google Shape;216;p23"/>
          <p:cNvSpPr txBox="1">
            <a:spLocks noGrp="1"/>
          </p:cNvSpPr>
          <p:nvPr>
            <p:ph type="title"/>
          </p:nvPr>
        </p:nvSpPr>
        <p:spPr>
          <a:xfrm>
            <a:off x="1049249" y="2030625"/>
            <a:ext cx="1902000" cy="243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100"/>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17" name="Google Shape;217;p23"/>
          <p:cNvSpPr txBox="1">
            <a:spLocks noGrp="1"/>
          </p:cNvSpPr>
          <p:nvPr>
            <p:ph type="body" idx="1"/>
          </p:nvPr>
        </p:nvSpPr>
        <p:spPr>
          <a:xfrm>
            <a:off x="1049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18" name="Google Shape;218;p23"/>
          <p:cNvSpPr txBox="1">
            <a:spLocks noGrp="1"/>
          </p:cNvSpPr>
          <p:nvPr>
            <p:ph type="title" idx="2"/>
          </p:nvPr>
        </p:nvSpPr>
        <p:spPr>
          <a:xfrm>
            <a:off x="1049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19" name="Google Shape;219;p23"/>
          <p:cNvSpPr txBox="1">
            <a:spLocks noGrp="1"/>
          </p:cNvSpPr>
          <p:nvPr>
            <p:ph type="body" idx="3"/>
          </p:nvPr>
        </p:nvSpPr>
        <p:spPr>
          <a:xfrm>
            <a:off x="1049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20" name="Google Shape;220;p23"/>
          <p:cNvSpPr txBox="1">
            <a:spLocks noGrp="1"/>
          </p:cNvSpPr>
          <p:nvPr>
            <p:ph type="title" idx="4"/>
          </p:nvPr>
        </p:nvSpPr>
        <p:spPr>
          <a:xfrm>
            <a:off x="3950249" y="20306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21" name="Google Shape;221;p23"/>
          <p:cNvSpPr txBox="1">
            <a:spLocks noGrp="1"/>
          </p:cNvSpPr>
          <p:nvPr>
            <p:ph type="body" idx="5"/>
          </p:nvPr>
        </p:nvSpPr>
        <p:spPr>
          <a:xfrm>
            <a:off x="3950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22" name="Google Shape;222;p23"/>
          <p:cNvSpPr txBox="1">
            <a:spLocks noGrp="1"/>
          </p:cNvSpPr>
          <p:nvPr>
            <p:ph type="title" idx="6"/>
          </p:nvPr>
        </p:nvSpPr>
        <p:spPr>
          <a:xfrm>
            <a:off x="3950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23" name="Google Shape;223;p23"/>
          <p:cNvSpPr txBox="1">
            <a:spLocks noGrp="1"/>
          </p:cNvSpPr>
          <p:nvPr>
            <p:ph type="body" idx="7"/>
          </p:nvPr>
        </p:nvSpPr>
        <p:spPr>
          <a:xfrm>
            <a:off x="3950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24" name="Google Shape;224;p23"/>
          <p:cNvSpPr txBox="1">
            <a:spLocks noGrp="1"/>
          </p:cNvSpPr>
          <p:nvPr>
            <p:ph type="title" idx="8"/>
          </p:nvPr>
        </p:nvSpPr>
        <p:spPr>
          <a:xfrm>
            <a:off x="6851249" y="20306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25" name="Google Shape;225;p23"/>
          <p:cNvSpPr txBox="1">
            <a:spLocks noGrp="1"/>
          </p:cNvSpPr>
          <p:nvPr>
            <p:ph type="body" idx="9"/>
          </p:nvPr>
        </p:nvSpPr>
        <p:spPr>
          <a:xfrm>
            <a:off x="6851250" y="23968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26" name="Google Shape;226;p23"/>
          <p:cNvSpPr txBox="1">
            <a:spLocks noGrp="1"/>
          </p:cNvSpPr>
          <p:nvPr>
            <p:ph type="title" idx="13"/>
          </p:nvPr>
        </p:nvSpPr>
        <p:spPr>
          <a:xfrm>
            <a:off x="6851249" y="3575325"/>
            <a:ext cx="1902000" cy="243600"/>
          </a:xfrm>
          <a:prstGeom prst="rect">
            <a:avLst/>
          </a:prstGeom>
        </p:spPr>
        <p:txBody>
          <a:bodyPr spcFirstLastPara="1" wrap="square" lIns="0" tIns="0" rIns="0" bIns="0" anchor="t" anchorCtr="0">
            <a:noAutofit/>
          </a:bodyPr>
          <a:lstStyle>
            <a:lvl1pPr lvl="0">
              <a:spcBef>
                <a:spcPts val="0"/>
              </a:spcBef>
              <a:spcAft>
                <a:spcPts val="0"/>
              </a:spcAft>
              <a:buNone/>
              <a:defRPr sz="800"/>
            </a:lvl1pPr>
            <a:lvl2pPr lvl="1">
              <a:lnSpc>
                <a:spcPct val="110000"/>
              </a:lnSpc>
              <a:spcBef>
                <a:spcPts val="0"/>
              </a:spcBef>
              <a:spcAft>
                <a:spcPts val="0"/>
              </a:spcAft>
              <a:buSzPts val="1000"/>
              <a:buNone/>
              <a:defRPr sz="1000"/>
            </a:lvl2pPr>
            <a:lvl3pPr lvl="2">
              <a:lnSpc>
                <a:spcPct val="110000"/>
              </a:lnSpc>
              <a:spcBef>
                <a:spcPts val="0"/>
              </a:spcBef>
              <a:spcAft>
                <a:spcPts val="0"/>
              </a:spcAft>
              <a:buSzPts val="1000"/>
              <a:buNone/>
              <a:defRPr sz="1000"/>
            </a:lvl3pPr>
            <a:lvl4pPr lvl="3">
              <a:lnSpc>
                <a:spcPct val="110000"/>
              </a:lnSpc>
              <a:spcBef>
                <a:spcPts val="0"/>
              </a:spcBef>
              <a:spcAft>
                <a:spcPts val="0"/>
              </a:spcAft>
              <a:buSzPts val="1000"/>
              <a:buNone/>
              <a:defRPr sz="1000"/>
            </a:lvl4pPr>
            <a:lvl5pPr lvl="4">
              <a:lnSpc>
                <a:spcPct val="110000"/>
              </a:lnSpc>
              <a:spcBef>
                <a:spcPts val="0"/>
              </a:spcBef>
              <a:spcAft>
                <a:spcPts val="0"/>
              </a:spcAft>
              <a:buSzPts val="1000"/>
              <a:buNone/>
              <a:defRPr sz="1000"/>
            </a:lvl5pPr>
            <a:lvl6pPr lvl="5">
              <a:lnSpc>
                <a:spcPct val="110000"/>
              </a:lnSpc>
              <a:spcBef>
                <a:spcPts val="0"/>
              </a:spcBef>
              <a:spcAft>
                <a:spcPts val="0"/>
              </a:spcAft>
              <a:buSzPts val="1000"/>
              <a:buNone/>
              <a:defRPr sz="1000"/>
            </a:lvl6pPr>
            <a:lvl7pPr lvl="6">
              <a:lnSpc>
                <a:spcPct val="110000"/>
              </a:lnSpc>
              <a:spcBef>
                <a:spcPts val="0"/>
              </a:spcBef>
              <a:spcAft>
                <a:spcPts val="0"/>
              </a:spcAft>
              <a:buSzPts val="1000"/>
              <a:buNone/>
              <a:defRPr sz="1000"/>
            </a:lvl7pPr>
            <a:lvl8pPr lvl="7">
              <a:lnSpc>
                <a:spcPct val="110000"/>
              </a:lnSpc>
              <a:spcBef>
                <a:spcPts val="0"/>
              </a:spcBef>
              <a:spcAft>
                <a:spcPts val="0"/>
              </a:spcAft>
              <a:buSzPts val="1000"/>
              <a:buNone/>
              <a:defRPr sz="1000"/>
            </a:lvl8pPr>
            <a:lvl9pPr lvl="8">
              <a:lnSpc>
                <a:spcPct val="110000"/>
              </a:lnSpc>
              <a:spcBef>
                <a:spcPts val="0"/>
              </a:spcBef>
              <a:spcAft>
                <a:spcPts val="0"/>
              </a:spcAft>
              <a:buSzPts val="1000"/>
              <a:buNone/>
              <a:defRPr sz="1000"/>
            </a:lvl9pPr>
          </a:lstStyle>
          <a:p>
            <a:endParaRPr/>
          </a:p>
        </p:txBody>
      </p:sp>
      <p:sp>
        <p:nvSpPr>
          <p:cNvPr id="227" name="Google Shape;227;p23"/>
          <p:cNvSpPr txBox="1">
            <a:spLocks noGrp="1"/>
          </p:cNvSpPr>
          <p:nvPr>
            <p:ph type="body" idx="14"/>
          </p:nvPr>
        </p:nvSpPr>
        <p:spPr>
          <a:xfrm>
            <a:off x="6851250" y="3941500"/>
            <a:ext cx="1902000" cy="639600"/>
          </a:xfrm>
          <a:prstGeom prst="rect">
            <a:avLst/>
          </a:prstGeom>
        </p:spPr>
        <p:txBody>
          <a:bodyPr spcFirstLastPara="1" wrap="square" lIns="0" tIns="0" rIns="0" bIns="0" anchor="t" anchorCtr="0">
            <a:noAutofit/>
          </a:bodyPr>
          <a:lstStyle>
            <a:lvl1pPr marL="457200" lvl="0" indent="-279400">
              <a:spcBef>
                <a:spcPts val="0"/>
              </a:spcBef>
              <a:spcAft>
                <a:spcPts val="0"/>
              </a:spcAft>
              <a:buClr>
                <a:schemeClr val="lt1"/>
              </a:buClr>
              <a:buSzPts val="800"/>
              <a:buFont typeface="Inter"/>
              <a:buChar char="●"/>
              <a:defRPr sz="800"/>
            </a:lvl1pPr>
            <a:lvl2pPr marL="914400" lvl="1" indent="-279400">
              <a:spcBef>
                <a:spcPts val="0"/>
              </a:spcBef>
              <a:spcAft>
                <a:spcPts val="0"/>
              </a:spcAft>
              <a:buClr>
                <a:schemeClr val="lt1"/>
              </a:buClr>
              <a:buSzPts val="800"/>
              <a:buFont typeface="Inter"/>
              <a:buChar char="○"/>
              <a:defRPr sz="800"/>
            </a:lvl2pPr>
            <a:lvl3pPr marL="1371600" lvl="2" indent="-279400">
              <a:spcBef>
                <a:spcPts val="0"/>
              </a:spcBef>
              <a:spcAft>
                <a:spcPts val="0"/>
              </a:spcAft>
              <a:buClr>
                <a:schemeClr val="lt1"/>
              </a:buClr>
              <a:buSzPts val="800"/>
              <a:buFont typeface="Inter"/>
              <a:buChar char="■"/>
              <a:defRPr sz="800"/>
            </a:lvl3pPr>
            <a:lvl4pPr marL="1828800" lvl="3" indent="-279400">
              <a:spcBef>
                <a:spcPts val="0"/>
              </a:spcBef>
              <a:spcAft>
                <a:spcPts val="0"/>
              </a:spcAft>
              <a:buClr>
                <a:schemeClr val="lt1"/>
              </a:buClr>
              <a:buSzPts val="800"/>
              <a:buFont typeface="Inter"/>
              <a:buChar char="●"/>
              <a:defRPr sz="800"/>
            </a:lvl4pPr>
            <a:lvl5pPr marL="2286000" lvl="4" indent="-279400">
              <a:spcBef>
                <a:spcPts val="0"/>
              </a:spcBef>
              <a:spcAft>
                <a:spcPts val="0"/>
              </a:spcAft>
              <a:buClr>
                <a:schemeClr val="lt1"/>
              </a:buClr>
              <a:buSzPts val="800"/>
              <a:buFont typeface="Inter"/>
              <a:buChar char="○"/>
              <a:defRPr sz="800"/>
            </a:lvl5pPr>
            <a:lvl6pPr marL="2743200" lvl="5" indent="-279400">
              <a:spcBef>
                <a:spcPts val="0"/>
              </a:spcBef>
              <a:spcAft>
                <a:spcPts val="0"/>
              </a:spcAft>
              <a:buClr>
                <a:schemeClr val="lt1"/>
              </a:buClr>
              <a:buSzPts val="800"/>
              <a:buFont typeface="Inter"/>
              <a:buChar char="■"/>
              <a:defRPr sz="800"/>
            </a:lvl6pPr>
            <a:lvl7pPr marL="3200400" lvl="6" indent="-279400">
              <a:spcBef>
                <a:spcPts val="0"/>
              </a:spcBef>
              <a:spcAft>
                <a:spcPts val="0"/>
              </a:spcAft>
              <a:buClr>
                <a:schemeClr val="lt1"/>
              </a:buClr>
              <a:buSzPts val="800"/>
              <a:buFont typeface="Inter"/>
              <a:buChar char="●"/>
              <a:defRPr sz="800"/>
            </a:lvl7pPr>
            <a:lvl8pPr marL="3657600" lvl="7" indent="-279400">
              <a:spcBef>
                <a:spcPts val="0"/>
              </a:spcBef>
              <a:spcAft>
                <a:spcPts val="0"/>
              </a:spcAft>
              <a:buClr>
                <a:schemeClr val="lt1"/>
              </a:buClr>
              <a:buSzPts val="800"/>
              <a:buFont typeface="Inter"/>
              <a:buChar char="○"/>
              <a:defRPr sz="800"/>
            </a:lvl8pPr>
            <a:lvl9pPr marL="4114800" lvl="8" indent="-279400">
              <a:spcBef>
                <a:spcPts val="0"/>
              </a:spcBef>
              <a:spcAft>
                <a:spcPts val="0"/>
              </a:spcAft>
              <a:buClr>
                <a:schemeClr val="lt1"/>
              </a:buClr>
              <a:buSzPts val="800"/>
              <a:buFont typeface="Inter"/>
              <a:buChar char="■"/>
              <a:defRPr sz="800"/>
            </a:lvl9pPr>
          </a:lstStyle>
          <a:p>
            <a:endParaRPr/>
          </a:p>
        </p:txBody>
      </p:sp>
      <p:sp>
        <p:nvSpPr>
          <p:cNvPr id="228" name="Google Shape;228;p23"/>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29" name="Google Shape;229;p23"/>
          <p:cNvSpPr txBox="1">
            <a:spLocks noGrp="1"/>
          </p:cNvSpPr>
          <p:nvPr>
            <p:ph type="title" idx="15"/>
          </p:nvPr>
        </p:nvSpPr>
        <p:spPr>
          <a:xfrm>
            <a:off x="283850" y="285900"/>
            <a:ext cx="8571900" cy="816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a:lvl1pPr>
            <a:lvl2pPr lvl="1">
              <a:lnSpc>
                <a:spcPct val="85000"/>
              </a:lnSpc>
              <a:spcBef>
                <a:spcPts val="0"/>
              </a:spcBef>
              <a:spcAft>
                <a:spcPts val="0"/>
              </a:spcAft>
              <a:buNone/>
              <a:defRPr/>
            </a:lvl2pPr>
            <a:lvl3pPr lvl="2">
              <a:lnSpc>
                <a:spcPct val="85000"/>
              </a:lnSpc>
              <a:spcBef>
                <a:spcPts val="0"/>
              </a:spcBef>
              <a:spcAft>
                <a:spcPts val="0"/>
              </a:spcAft>
              <a:buNone/>
              <a:defRPr/>
            </a:lvl3pPr>
            <a:lvl4pPr lvl="3">
              <a:lnSpc>
                <a:spcPct val="85000"/>
              </a:lnSpc>
              <a:spcBef>
                <a:spcPts val="0"/>
              </a:spcBef>
              <a:spcAft>
                <a:spcPts val="0"/>
              </a:spcAft>
              <a:buNone/>
              <a:defRPr/>
            </a:lvl4pPr>
            <a:lvl5pPr lvl="4">
              <a:lnSpc>
                <a:spcPct val="85000"/>
              </a:lnSpc>
              <a:spcBef>
                <a:spcPts val="0"/>
              </a:spcBef>
              <a:spcAft>
                <a:spcPts val="0"/>
              </a:spcAft>
              <a:buNone/>
              <a:defRPr/>
            </a:lvl5pPr>
            <a:lvl6pPr lvl="5">
              <a:lnSpc>
                <a:spcPct val="85000"/>
              </a:lnSpc>
              <a:spcBef>
                <a:spcPts val="0"/>
              </a:spcBef>
              <a:spcAft>
                <a:spcPts val="0"/>
              </a:spcAft>
              <a:buNone/>
              <a:defRPr/>
            </a:lvl6pPr>
            <a:lvl7pPr lvl="6">
              <a:lnSpc>
                <a:spcPct val="85000"/>
              </a:lnSpc>
              <a:spcBef>
                <a:spcPts val="0"/>
              </a:spcBef>
              <a:spcAft>
                <a:spcPts val="0"/>
              </a:spcAft>
              <a:buNone/>
              <a:defRPr/>
            </a:lvl7pPr>
            <a:lvl8pPr lvl="7">
              <a:lnSpc>
                <a:spcPct val="85000"/>
              </a:lnSpc>
              <a:spcBef>
                <a:spcPts val="0"/>
              </a:spcBef>
              <a:spcAft>
                <a:spcPts val="0"/>
              </a:spcAft>
              <a:buNone/>
              <a:defRPr/>
            </a:lvl8pPr>
            <a:lvl9pPr lvl="8">
              <a:lnSpc>
                <a:spcPct val="85000"/>
              </a:lnSpc>
              <a:spcBef>
                <a:spcPts val="0"/>
              </a:spcBef>
              <a:spcAft>
                <a:spcPts val="0"/>
              </a:spcAft>
              <a:buNone/>
              <a:defRPr/>
            </a:lvl9pPr>
          </a:lstStyle>
          <a:p>
            <a:endParaRPr/>
          </a:p>
        </p:txBody>
      </p:sp>
      <p:sp>
        <p:nvSpPr>
          <p:cNvPr id="230" name="Google Shape;230;p23"/>
          <p:cNvSpPr>
            <a:spLocks noGrp="1"/>
          </p:cNvSpPr>
          <p:nvPr>
            <p:ph type="pic" idx="16"/>
          </p:nvPr>
        </p:nvSpPr>
        <p:spPr>
          <a:xfrm>
            <a:off x="290325" y="1862825"/>
            <a:ext cx="663000" cy="1271100"/>
          </a:xfrm>
          <a:prstGeom prst="rect">
            <a:avLst/>
          </a:prstGeom>
          <a:noFill/>
          <a:ln>
            <a:noFill/>
          </a:ln>
        </p:spPr>
      </p:sp>
      <p:sp>
        <p:nvSpPr>
          <p:cNvPr id="231" name="Google Shape;231;p23"/>
          <p:cNvSpPr>
            <a:spLocks noGrp="1"/>
          </p:cNvSpPr>
          <p:nvPr>
            <p:ph type="pic" idx="17"/>
          </p:nvPr>
        </p:nvSpPr>
        <p:spPr>
          <a:xfrm>
            <a:off x="290325" y="3407525"/>
            <a:ext cx="663000" cy="1271100"/>
          </a:xfrm>
          <a:prstGeom prst="rect">
            <a:avLst/>
          </a:prstGeom>
          <a:noFill/>
          <a:ln>
            <a:noFill/>
          </a:ln>
        </p:spPr>
      </p:sp>
      <p:sp>
        <p:nvSpPr>
          <p:cNvPr id="232" name="Google Shape;232;p23"/>
          <p:cNvSpPr>
            <a:spLocks noGrp="1"/>
          </p:cNvSpPr>
          <p:nvPr>
            <p:ph type="pic" idx="18"/>
          </p:nvPr>
        </p:nvSpPr>
        <p:spPr>
          <a:xfrm>
            <a:off x="3191325" y="1862825"/>
            <a:ext cx="663000" cy="1271100"/>
          </a:xfrm>
          <a:prstGeom prst="rect">
            <a:avLst/>
          </a:prstGeom>
          <a:noFill/>
          <a:ln>
            <a:noFill/>
          </a:ln>
        </p:spPr>
      </p:sp>
      <p:sp>
        <p:nvSpPr>
          <p:cNvPr id="233" name="Google Shape;233;p23"/>
          <p:cNvSpPr>
            <a:spLocks noGrp="1"/>
          </p:cNvSpPr>
          <p:nvPr>
            <p:ph type="pic" idx="19"/>
          </p:nvPr>
        </p:nvSpPr>
        <p:spPr>
          <a:xfrm>
            <a:off x="3191325" y="3407525"/>
            <a:ext cx="663000" cy="1271100"/>
          </a:xfrm>
          <a:prstGeom prst="rect">
            <a:avLst/>
          </a:prstGeom>
          <a:noFill/>
          <a:ln>
            <a:noFill/>
          </a:ln>
        </p:spPr>
      </p:sp>
      <p:sp>
        <p:nvSpPr>
          <p:cNvPr id="234" name="Google Shape;234;p23"/>
          <p:cNvSpPr>
            <a:spLocks noGrp="1"/>
          </p:cNvSpPr>
          <p:nvPr>
            <p:ph type="pic" idx="20"/>
          </p:nvPr>
        </p:nvSpPr>
        <p:spPr>
          <a:xfrm>
            <a:off x="6092325" y="1862825"/>
            <a:ext cx="663000" cy="1271100"/>
          </a:xfrm>
          <a:prstGeom prst="rect">
            <a:avLst/>
          </a:prstGeom>
          <a:noFill/>
          <a:ln>
            <a:noFill/>
          </a:ln>
        </p:spPr>
      </p:sp>
      <p:sp>
        <p:nvSpPr>
          <p:cNvPr id="235" name="Google Shape;235;p23"/>
          <p:cNvSpPr>
            <a:spLocks noGrp="1"/>
          </p:cNvSpPr>
          <p:nvPr>
            <p:ph type="pic" idx="21"/>
          </p:nvPr>
        </p:nvSpPr>
        <p:spPr>
          <a:xfrm>
            <a:off x="6092325" y="3407525"/>
            <a:ext cx="663000" cy="1271100"/>
          </a:xfrm>
          <a:prstGeom prst="rect">
            <a:avLst/>
          </a:prstGeom>
          <a:noFill/>
          <a:ln>
            <a:noFill/>
          </a:ln>
        </p:spPr>
      </p:sp>
      <p:sp>
        <p:nvSpPr>
          <p:cNvPr id="236" name="Google Shape;236;p23"/>
          <p:cNvSpPr txBox="1">
            <a:spLocks noGrp="1"/>
          </p:cNvSpPr>
          <p:nvPr>
            <p:ph type="title" idx="2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7" name="Google Shape;237;p23"/>
          <p:cNvSpPr txBox="1">
            <a:spLocks noGrp="1"/>
          </p:cNvSpPr>
          <p:nvPr>
            <p:ph type="title" idx="2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image grid and body text">
  <p:cSld name="CUSTOM_2">
    <p:bg>
      <p:bgPr>
        <a:solidFill>
          <a:schemeClr val="lt1"/>
        </a:solidFill>
        <a:effectLst/>
      </p:bgPr>
    </p:bg>
    <p:spTree>
      <p:nvGrpSpPr>
        <p:cNvPr id="1" name="Shape 238"/>
        <p:cNvGrpSpPr/>
        <p:nvPr/>
      </p:nvGrpSpPr>
      <p:grpSpPr>
        <a:xfrm>
          <a:off x="0" y="0"/>
          <a:ext cx="0" cy="0"/>
          <a:chOff x="0" y="0"/>
          <a:chExt cx="0" cy="0"/>
        </a:xfrm>
      </p:grpSpPr>
      <p:sp>
        <p:nvSpPr>
          <p:cNvPr id="239" name="Google Shape;239;p24"/>
          <p:cNvSpPr>
            <a:spLocks noGrp="1"/>
          </p:cNvSpPr>
          <p:nvPr>
            <p:ph type="pic" idx="2"/>
          </p:nvPr>
        </p:nvSpPr>
        <p:spPr>
          <a:xfrm>
            <a:off x="3186000" y="3242875"/>
            <a:ext cx="2798100" cy="1440600"/>
          </a:xfrm>
          <a:prstGeom prst="rect">
            <a:avLst/>
          </a:prstGeom>
          <a:noFill/>
          <a:ln>
            <a:noFill/>
          </a:ln>
        </p:spPr>
      </p:sp>
      <p:sp>
        <p:nvSpPr>
          <p:cNvPr id="240" name="Google Shape;240;p24"/>
          <p:cNvSpPr>
            <a:spLocks noGrp="1"/>
          </p:cNvSpPr>
          <p:nvPr>
            <p:ph type="pic" idx="3"/>
          </p:nvPr>
        </p:nvSpPr>
        <p:spPr>
          <a:xfrm>
            <a:off x="5984100" y="3242875"/>
            <a:ext cx="1440600" cy="1440600"/>
          </a:xfrm>
          <a:prstGeom prst="rect">
            <a:avLst/>
          </a:prstGeom>
          <a:noFill/>
          <a:ln>
            <a:noFill/>
          </a:ln>
        </p:spPr>
      </p:sp>
      <p:sp>
        <p:nvSpPr>
          <p:cNvPr id="241" name="Google Shape;241;p24"/>
          <p:cNvSpPr>
            <a:spLocks noGrp="1"/>
          </p:cNvSpPr>
          <p:nvPr>
            <p:ph type="pic" idx="4"/>
          </p:nvPr>
        </p:nvSpPr>
        <p:spPr>
          <a:xfrm>
            <a:off x="7412150" y="1440350"/>
            <a:ext cx="1441500" cy="3243000"/>
          </a:xfrm>
          <a:prstGeom prst="rect">
            <a:avLst/>
          </a:prstGeom>
          <a:noFill/>
          <a:ln>
            <a:noFill/>
          </a:ln>
        </p:spPr>
      </p:sp>
      <p:sp>
        <p:nvSpPr>
          <p:cNvPr id="242" name="Google Shape;242;p24"/>
          <p:cNvSpPr>
            <a:spLocks noGrp="1"/>
          </p:cNvSpPr>
          <p:nvPr>
            <p:ph type="pic" idx="5"/>
          </p:nvPr>
        </p:nvSpPr>
        <p:spPr>
          <a:xfrm>
            <a:off x="7412150" y="0"/>
            <a:ext cx="1441500" cy="1440600"/>
          </a:xfrm>
          <a:prstGeom prst="rect">
            <a:avLst/>
          </a:prstGeom>
          <a:noFill/>
          <a:ln>
            <a:noFill/>
          </a:ln>
        </p:spPr>
      </p:sp>
      <p:sp>
        <p:nvSpPr>
          <p:cNvPr id="243" name="Google Shape;243;p24"/>
          <p:cNvSpPr>
            <a:spLocks noGrp="1"/>
          </p:cNvSpPr>
          <p:nvPr>
            <p:ph type="pic" idx="6"/>
          </p:nvPr>
        </p:nvSpPr>
        <p:spPr>
          <a:xfrm>
            <a:off x="3184850" y="0"/>
            <a:ext cx="4227300" cy="3243000"/>
          </a:xfrm>
          <a:prstGeom prst="rect">
            <a:avLst/>
          </a:prstGeom>
          <a:noFill/>
          <a:ln>
            <a:noFill/>
          </a:ln>
        </p:spPr>
      </p:sp>
      <p:sp>
        <p:nvSpPr>
          <p:cNvPr id="244" name="Google Shape;244;p24"/>
          <p:cNvSpPr txBox="1">
            <a:spLocks noGrp="1"/>
          </p:cNvSpPr>
          <p:nvPr>
            <p:ph type="sldNum" idx="12"/>
          </p:nvPr>
        </p:nvSpPr>
        <p:spPr>
          <a:xfrm>
            <a:off x="8308150" y="4782125"/>
            <a:ext cx="548700" cy="76200"/>
          </a:xfrm>
          <a:prstGeom prst="rect">
            <a:avLst/>
          </a:prstGeom>
        </p:spPr>
        <p:txBody>
          <a:bodyPr spcFirstLastPara="1" wrap="square" lIns="0" tIns="0" rIns="0" bIns="0" anchor="ctr" anchorCtr="0">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45" name="Google Shape;245;p24"/>
          <p:cNvSpPr txBox="1">
            <a:spLocks noGrp="1"/>
          </p:cNvSpPr>
          <p:nvPr>
            <p:ph type="sldNum" idx="7"/>
          </p:nvPr>
        </p:nvSpPr>
        <p:spPr>
          <a:xfrm>
            <a:off x="8308150" y="4782125"/>
            <a:ext cx="548700" cy="76200"/>
          </a:xfrm>
          <a:prstGeom prst="rect">
            <a:avLst/>
          </a:prstGeom>
        </p:spPr>
        <p:txBody>
          <a:bodyPr spcFirstLastPara="1" wrap="square" lIns="0" tIns="0" rIns="0" bIns="0" anchor="ctr" anchorCtr="0">
            <a:noAutofit/>
          </a:bodyPr>
          <a:lstStyle>
            <a:lvl1pPr lvl="0" algn="r">
              <a:buNone/>
              <a:defRPr>
                <a:solidFill>
                  <a:schemeClr val="dk1"/>
                </a:solidFill>
              </a:defRPr>
            </a:lvl1pPr>
            <a:lvl2pPr lvl="1" algn="r">
              <a:buNone/>
              <a:defRPr>
                <a:solidFill>
                  <a:schemeClr val="dk1"/>
                </a:solidFill>
              </a:defRPr>
            </a:lvl2pPr>
            <a:lvl3pPr lvl="2" algn="r">
              <a:buNone/>
              <a:defRPr>
                <a:solidFill>
                  <a:schemeClr val="dk1"/>
                </a:solidFill>
              </a:defRPr>
            </a:lvl3pPr>
            <a:lvl4pPr lvl="3" algn="r">
              <a:buNone/>
              <a:defRPr>
                <a:solidFill>
                  <a:schemeClr val="dk1"/>
                </a:solidFill>
              </a:defRPr>
            </a:lvl4pPr>
            <a:lvl5pPr lvl="4" algn="r">
              <a:buNone/>
              <a:defRPr>
                <a:solidFill>
                  <a:schemeClr val="dk1"/>
                </a:solidFill>
              </a:defRPr>
            </a:lvl5pPr>
            <a:lvl6pPr lvl="5" algn="r">
              <a:buNone/>
              <a:defRPr>
                <a:solidFill>
                  <a:schemeClr val="dk1"/>
                </a:solidFill>
              </a:defRPr>
            </a:lvl6pPr>
            <a:lvl7pPr lvl="6" algn="r">
              <a:buNone/>
              <a:defRPr>
                <a:solidFill>
                  <a:schemeClr val="dk1"/>
                </a:solidFill>
              </a:defRPr>
            </a:lvl7pPr>
            <a:lvl8pPr lvl="7" algn="r">
              <a:buNone/>
              <a:defRPr>
                <a:solidFill>
                  <a:schemeClr val="dk1"/>
                </a:solidFill>
              </a:defRPr>
            </a:lvl8pPr>
            <a:lvl9pPr lvl="8" algn="r">
              <a:buNone/>
              <a:defRPr>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
        <p:nvSpPr>
          <p:cNvPr id="246" name="Google Shape;246;p24"/>
          <p:cNvSpPr txBox="1">
            <a:spLocks noGrp="1"/>
          </p:cNvSpPr>
          <p:nvPr>
            <p:ph type="title"/>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47" name="Google Shape;247;p24"/>
          <p:cNvSpPr txBox="1">
            <a:spLocks noGrp="1"/>
          </p:cNvSpPr>
          <p:nvPr>
            <p:ph type="title" idx="8"/>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Clr>
                <a:schemeClr val="dk1"/>
              </a:buClr>
              <a:buSzPts val="600"/>
              <a:buNone/>
              <a:defRPr>
                <a:solidFill>
                  <a:schemeClr val="dk1"/>
                </a:solidFill>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248" name="Google Shape;248;p24"/>
          <p:cNvSpPr txBox="1">
            <a:spLocks noGrp="1"/>
          </p:cNvSpPr>
          <p:nvPr>
            <p:ph type="title" idx="9"/>
          </p:nvPr>
        </p:nvSpPr>
        <p:spPr>
          <a:xfrm>
            <a:off x="283850" y="285900"/>
            <a:ext cx="2773200" cy="8163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3000">
                <a:solidFill>
                  <a:schemeClr val="dk1"/>
                </a:solidFill>
              </a:defRPr>
            </a:lvl1pPr>
            <a:lvl2pPr lvl="1">
              <a:lnSpc>
                <a:spcPct val="85000"/>
              </a:lnSpc>
              <a:spcBef>
                <a:spcPts val="0"/>
              </a:spcBef>
              <a:spcAft>
                <a:spcPts val="0"/>
              </a:spcAft>
              <a:buNone/>
              <a:defRPr sz="3000">
                <a:solidFill>
                  <a:schemeClr val="dk1"/>
                </a:solidFill>
              </a:defRPr>
            </a:lvl2pPr>
            <a:lvl3pPr lvl="2">
              <a:lnSpc>
                <a:spcPct val="85000"/>
              </a:lnSpc>
              <a:spcBef>
                <a:spcPts val="0"/>
              </a:spcBef>
              <a:spcAft>
                <a:spcPts val="0"/>
              </a:spcAft>
              <a:buNone/>
              <a:defRPr sz="3000">
                <a:solidFill>
                  <a:schemeClr val="dk1"/>
                </a:solidFill>
              </a:defRPr>
            </a:lvl3pPr>
            <a:lvl4pPr lvl="3">
              <a:lnSpc>
                <a:spcPct val="85000"/>
              </a:lnSpc>
              <a:spcBef>
                <a:spcPts val="0"/>
              </a:spcBef>
              <a:spcAft>
                <a:spcPts val="0"/>
              </a:spcAft>
              <a:buNone/>
              <a:defRPr sz="3000">
                <a:solidFill>
                  <a:schemeClr val="dk1"/>
                </a:solidFill>
              </a:defRPr>
            </a:lvl4pPr>
            <a:lvl5pPr lvl="4">
              <a:lnSpc>
                <a:spcPct val="85000"/>
              </a:lnSpc>
              <a:spcBef>
                <a:spcPts val="0"/>
              </a:spcBef>
              <a:spcAft>
                <a:spcPts val="0"/>
              </a:spcAft>
              <a:buNone/>
              <a:defRPr sz="3000">
                <a:solidFill>
                  <a:schemeClr val="dk1"/>
                </a:solidFill>
              </a:defRPr>
            </a:lvl5pPr>
            <a:lvl6pPr lvl="5">
              <a:lnSpc>
                <a:spcPct val="85000"/>
              </a:lnSpc>
              <a:spcBef>
                <a:spcPts val="0"/>
              </a:spcBef>
              <a:spcAft>
                <a:spcPts val="0"/>
              </a:spcAft>
              <a:buNone/>
              <a:defRPr sz="3000">
                <a:solidFill>
                  <a:schemeClr val="dk1"/>
                </a:solidFill>
              </a:defRPr>
            </a:lvl6pPr>
            <a:lvl7pPr lvl="6">
              <a:lnSpc>
                <a:spcPct val="85000"/>
              </a:lnSpc>
              <a:spcBef>
                <a:spcPts val="0"/>
              </a:spcBef>
              <a:spcAft>
                <a:spcPts val="0"/>
              </a:spcAft>
              <a:buNone/>
              <a:defRPr sz="3000">
                <a:solidFill>
                  <a:schemeClr val="dk1"/>
                </a:solidFill>
              </a:defRPr>
            </a:lvl7pPr>
            <a:lvl8pPr lvl="7">
              <a:lnSpc>
                <a:spcPct val="85000"/>
              </a:lnSpc>
              <a:spcBef>
                <a:spcPts val="0"/>
              </a:spcBef>
              <a:spcAft>
                <a:spcPts val="0"/>
              </a:spcAft>
              <a:buNone/>
              <a:defRPr sz="3000">
                <a:solidFill>
                  <a:schemeClr val="dk1"/>
                </a:solidFill>
              </a:defRPr>
            </a:lvl8pPr>
            <a:lvl9pPr lvl="8">
              <a:lnSpc>
                <a:spcPct val="85000"/>
              </a:lnSpc>
              <a:spcBef>
                <a:spcPts val="0"/>
              </a:spcBef>
              <a:spcAft>
                <a:spcPts val="0"/>
              </a:spcAft>
              <a:buNone/>
              <a:defRPr sz="3000">
                <a:solidFill>
                  <a:schemeClr val="dk1"/>
                </a:solidFill>
              </a:defRPr>
            </a:lvl9pPr>
          </a:lstStyle>
          <a:p>
            <a:endParaRPr/>
          </a:p>
        </p:txBody>
      </p:sp>
      <p:sp>
        <p:nvSpPr>
          <p:cNvPr id="249" name="Google Shape;249;p24"/>
          <p:cNvSpPr txBox="1">
            <a:spLocks noGrp="1"/>
          </p:cNvSpPr>
          <p:nvPr>
            <p:ph type="body" idx="1"/>
          </p:nvPr>
        </p:nvSpPr>
        <p:spPr>
          <a:xfrm>
            <a:off x="283850" y="2636275"/>
            <a:ext cx="2767200" cy="2046300"/>
          </a:xfrm>
          <a:prstGeom prst="rect">
            <a:avLst/>
          </a:prstGeom>
        </p:spPr>
        <p:txBody>
          <a:bodyPr spcFirstLastPara="1" wrap="square" lIns="0" tIns="0" rIns="0" bIns="0" anchor="b" anchorCtr="0">
            <a:noAutofit/>
          </a:bodyPr>
          <a:lstStyle>
            <a:lvl1pPr marL="457200" lvl="0" indent="-292100">
              <a:spcBef>
                <a:spcPts val="0"/>
              </a:spcBef>
              <a:spcAft>
                <a:spcPts val="0"/>
              </a:spcAft>
              <a:buClr>
                <a:schemeClr val="dk1"/>
              </a:buClr>
              <a:buSzPts val="1000"/>
              <a:buFont typeface="Inter"/>
              <a:buChar char="●"/>
              <a:defRPr sz="1000">
                <a:solidFill>
                  <a:schemeClr val="dk1"/>
                </a:solidFill>
              </a:defRPr>
            </a:lvl1pPr>
            <a:lvl2pPr marL="914400" lvl="1" indent="-292100">
              <a:spcBef>
                <a:spcPts val="0"/>
              </a:spcBef>
              <a:spcAft>
                <a:spcPts val="0"/>
              </a:spcAft>
              <a:buClr>
                <a:schemeClr val="dk1"/>
              </a:buClr>
              <a:buSzPts val="1000"/>
              <a:buFont typeface="Inter"/>
              <a:buChar char="○"/>
              <a:defRPr sz="1000">
                <a:solidFill>
                  <a:schemeClr val="dk1"/>
                </a:solidFill>
              </a:defRPr>
            </a:lvl2pPr>
            <a:lvl3pPr marL="1371600" lvl="2" indent="-292100">
              <a:spcBef>
                <a:spcPts val="0"/>
              </a:spcBef>
              <a:spcAft>
                <a:spcPts val="0"/>
              </a:spcAft>
              <a:buClr>
                <a:schemeClr val="dk1"/>
              </a:buClr>
              <a:buSzPts val="1000"/>
              <a:buFont typeface="Inter"/>
              <a:buChar char="■"/>
              <a:defRPr sz="1000">
                <a:solidFill>
                  <a:schemeClr val="dk1"/>
                </a:solidFill>
              </a:defRPr>
            </a:lvl3pPr>
            <a:lvl4pPr marL="1828800" lvl="3" indent="-292100">
              <a:spcBef>
                <a:spcPts val="0"/>
              </a:spcBef>
              <a:spcAft>
                <a:spcPts val="0"/>
              </a:spcAft>
              <a:buClr>
                <a:schemeClr val="dk1"/>
              </a:buClr>
              <a:buSzPts val="1000"/>
              <a:buFont typeface="Inter"/>
              <a:buChar char="●"/>
              <a:defRPr sz="1000">
                <a:solidFill>
                  <a:schemeClr val="dk1"/>
                </a:solidFill>
              </a:defRPr>
            </a:lvl4pPr>
            <a:lvl5pPr marL="2286000" lvl="4" indent="-292100">
              <a:spcBef>
                <a:spcPts val="0"/>
              </a:spcBef>
              <a:spcAft>
                <a:spcPts val="0"/>
              </a:spcAft>
              <a:buClr>
                <a:schemeClr val="dk1"/>
              </a:buClr>
              <a:buSzPts val="1000"/>
              <a:buFont typeface="Inter"/>
              <a:buChar char="○"/>
              <a:defRPr sz="1000">
                <a:solidFill>
                  <a:schemeClr val="dk1"/>
                </a:solidFill>
              </a:defRPr>
            </a:lvl5pPr>
            <a:lvl6pPr marL="2743200" lvl="5" indent="-292100">
              <a:spcBef>
                <a:spcPts val="0"/>
              </a:spcBef>
              <a:spcAft>
                <a:spcPts val="0"/>
              </a:spcAft>
              <a:buClr>
                <a:schemeClr val="dk1"/>
              </a:buClr>
              <a:buSzPts val="1000"/>
              <a:buFont typeface="Inter"/>
              <a:buChar char="■"/>
              <a:defRPr sz="1000">
                <a:solidFill>
                  <a:schemeClr val="dk1"/>
                </a:solidFill>
              </a:defRPr>
            </a:lvl6pPr>
            <a:lvl7pPr marL="3200400" lvl="6" indent="-292100">
              <a:spcBef>
                <a:spcPts val="0"/>
              </a:spcBef>
              <a:spcAft>
                <a:spcPts val="0"/>
              </a:spcAft>
              <a:buClr>
                <a:schemeClr val="dk1"/>
              </a:buClr>
              <a:buSzPts val="1000"/>
              <a:buFont typeface="Inter"/>
              <a:buChar char="●"/>
              <a:defRPr sz="1000">
                <a:solidFill>
                  <a:schemeClr val="dk1"/>
                </a:solidFill>
              </a:defRPr>
            </a:lvl7pPr>
            <a:lvl8pPr marL="3657600" lvl="7" indent="-292100">
              <a:spcBef>
                <a:spcPts val="0"/>
              </a:spcBef>
              <a:spcAft>
                <a:spcPts val="0"/>
              </a:spcAft>
              <a:buClr>
                <a:schemeClr val="dk1"/>
              </a:buClr>
              <a:buSzPts val="1000"/>
              <a:buFont typeface="Inter"/>
              <a:buChar char="○"/>
              <a:defRPr sz="1000">
                <a:solidFill>
                  <a:schemeClr val="dk1"/>
                </a:solidFill>
              </a:defRPr>
            </a:lvl8pPr>
            <a:lvl9pPr marL="4114800" lvl="8" indent="-292100">
              <a:spcBef>
                <a:spcPts val="0"/>
              </a:spcBef>
              <a:spcAft>
                <a:spcPts val="0"/>
              </a:spcAft>
              <a:buClr>
                <a:schemeClr val="dk1"/>
              </a:buClr>
              <a:buSzPts val="1000"/>
              <a:buFont typeface="Inter"/>
              <a:buChar char="■"/>
              <a:defRPr sz="1000">
                <a:solidFill>
                  <a:schemeClr val="dk1"/>
                </a:solidFill>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ver">
  <p:cSld name="BLANK_4">
    <p:bg>
      <p:bgPr>
        <a:solidFill>
          <a:schemeClr val="accent1"/>
        </a:solidFill>
        <a:effectLst/>
      </p:bgPr>
    </p:bg>
    <p:spTree>
      <p:nvGrpSpPr>
        <p:cNvPr id="1" name="Shape 250"/>
        <p:cNvGrpSpPr/>
        <p:nvPr/>
      </p:nvGrpSpPr>
      <p:grpSpPr>
        <a:xfrm>
          <a:off x="0" y="0"/>
          <a:ext cx="0" cy="0"/>
          <a:chOff x="0" y="0"/>
          <a:chExt cx="0" cy="0"/>
        </a:xfrm>
      </p:grpSpPr>
      <p:sp>
        <p:nvSpPr>
          <p:cNvPr id="251" name="Google Shape;251;p25"/>
          <p:cNvSpPr/>
          <p:nvPr/>
        </p:nvSpPr>
        <p:spPr>
          <a:xfrm>
            <a:off x="5283375" y="285900"/>
            <a:ext cx="3573485" cy="3573485"/>
          </a:xfrm>
          <a:custGeom>
            <a:avLst/>
            <a:gdLst/>
            <a:ahLst/>
            <a:cxnLst/>
            <a:rect l="l" t="t" r="r" b="b"/>
            <a:pathLst>
              <a:path w="32645" h="32645" extrusionOk="0">
                <a:moveTo>
                  <a:pt x="2512" y="0"/>
                </a:moveTo>
                <a:lnTo>
                  <a:pt x="2512" y="5023"/>
                </a:lnTo>
                <a:lnTo>
                  <a:pt x="24107" y="5023"/>
                </a:lnTo>
                <a:lnTo>
                  <a:pt x="1" y="29129"/>
                </a:lnTo>
                <a:lnTo>
                  <a:pt x="3516" y="32644"/>
                </a:lnTo>
                <a:lnTo>
                  <a:pt x="27623" y="8538"/>
                </a:lnTo>
                <a:lnTo>
                  <a:pt x="27623" y="30133"/>
                </a:lnTo>
                <a:lnTo>
                  <a:pt x="32645" y="30133"/>
                </a:lnTo>
                <a:lnTo>
                  <a:pt x="326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latin typeface="Inter"/>
              <a:ea typeface="Inter"/>
              <a:cs typeface="Inter"/>
              <a:sym typeface="Inter"/>
            </a:endParaRPr>
          </a:p>
        </p:txBody>
      </p:sp>
      <p:sp>
        <p:nvSpPr>
          <p:cNvPr id="252" name="Google Shape;252;p25"/>
          <p:cNvSpPr txBox="1">
            <a:spLocks noGrp="1"/>
          </p:cNvSpPr>
          <p:nvPr>
            <p:ph type="title"/>
          </p:nvPr>
        </p:nvSpPr>
        <p:spPr>
          <a:xfrm>
            <a:off x="283850" y="224410"/>
            <a:ext cx="6683700" cy="1236900"/>
          </a:xfrm>
          <a:prstGeom prst="rect">
            <a:avLst/>
          </a:prstGeom>
        </p:spPr>
        <p:txBody>
          <a:bodyPr spcFirstLastPara="1" wrap="square" lIns="0" tIns="91425" rIns="91425" bIns="91425" anchor="t" anchorCtr="0">
            <a:noAutofit/>
          </a:bodyPr>
          <a:lstStyle>
            <a:lvl1pPr lvl="0">
              <a:lnSpc>
                <a:spcPct val="70000"/>
              </a:lnSpc>
              <a:spcBef>
                <a:spcPts val="0"/>
              </a:spcBef>
              <a:spcAft>
                <a:spcPts val="0"/>
              </a:spcAft>
              <a:buNone/>
              <a:defRPr sz="6000"/>
            </a:lvl1pPr>
            <a:lvl2pPr lvl="1">
              <a:lnSpc>
                <a:spcPct val="70000"/>
              </a:lnSpc>
              <a:spcBef>
                <a:spcPts val="0"/>
              </a:spcBef>
              <a:spcAft>
                <a:spcPts val="0"/>
              </a:spcAft>
              <a:buNone/>
              <a:defRPr sz="6000"/>
            </a:lvl2pPr>
            <a:lvl3pPr lvl="2">
              <a:lnSpc>
                <a:spcPct val="70000"/>
              </a:lnSpc>
              <a:spcBef>
                <a:spcPts val="0"/>
              </a:spcBef>
              <a:spcAft>
                <a:spcPts val="0"/>
              </a:spcAft>
              <a:buNone/>
              <a:defRPr sz="6000"/>
            </a:lvl3pPr>
            <a:lvl4pPr lvl="3">
              <a:lnSpc>
                <a:spcPct val="70000"/>
              </a:lnSpc>
              <a:spcBef>
                <a:spcPts val="0"/>
              </a:spcBef>
              <a:spcAft>
                <a:spcPts val="0"/>
              </a:spcAft>
              <a:buNone/>
              <a:defRPr sz="6000"/>
            </a:lvl4pPr>
            <a:lvl5pPr lvl="4">
              <a:lnSpc>
                <a:spcPct val="70000"/>
              </a:lnSpc>
              <a:spcBef>
                <a:spcPts val="0"/>
              </a:spcBef>
              <a:spcAft>
                <a:spcPts val="0"/>
              </a:spcAft>
              <a:buNone/>
              <a:defRPr sz="6000"/>
            </a:lvl5pPr>
            <a:lvl6pPr lvl="5">
              <a:lnSpc>
                <a:spcPct val="70000"/>
              </a:lnSpc>
              <a:spcBef>
                <a:spcPts val="0"/>
              </a:spcBef>
              <a:spcAft>
                <a:spcPts val="0"/>
              </a:spcAft>
              <a:buNone/>
              <a:defRPr sz="6000"/>
            </a:lvl6pPr>
            <a:lvl7pPr lvl="6">
              <a:lnSpc>
                <a:spcPct val="70000"/>
              </a:lnSpc>
              <a:spcBef>
                <a:spcPts val="0"/>
              </a:spcBef>
              <a:spcAft>
                <a:spcPts val="0"/>
              </a:spcAft>
              <a:buNone/>
              <a:defRPr sz="6000"/>
            </a:lvl7pPr>
            <a:lvl8pPr lvl="7">
              <a:lnSpc>
                <a:spcPct val="70000"/>
              </a:lnSpc>
              <a:spcBef>
                <a:spcPts val="0"/>
              </a:spcBef>
              <a:spcAft>
                <a:spcPts val="0"/>
              </a:spcAft>
              <a:buNone/>
              <a:defRPr sz="6000"/>
            </a:lvl8pPr>
            <a:lvl9pPr lvl="8">
              <a:lnSpc>
                <a:spcPct val="70000"/>
              </a:lnSpc>
              <a:spcBef>
                <a:spcPts val="0"/>
              </a:spcBef>
              <a:spcAft>
                <a:spcPts val="0"/>
              </a:spcAft>
              <a:buNone/>
              <a:defRPr sz="6000"/>
            </a:lvl9pPr>
          </a:lstStyle>
          <a:p>
            <a:endParaRPr/>
          </a:p>
        </p:txBody>
      </p:sp>
      <p:sp>
        <p:nvSpPr>
          <p:cNvPr id="253" name="Google Shape;253;p25"/>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4" name="Google Shape;254;p25"/>
          <p:cNvSpPr txBox="1">
            <a:spLocks noGrp="1"/>
          </p:cNvSpPr>
          <p:nvPr>
            <p:ph type="title" idx="2"/>
          </p:nvPr>
        </p:nvSpPr>
        <p:spPr>
          <a:xfrm>
            <a:off x="462975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5" name="Google Shape;255;p25"/>
          <p:cNvSpPr txBox="1">
            <a:spLocks noGrp="1"/>
          </p:cNvSpPr>
          <p:nvPr>
            <p:ph type="title" idx="3"/>
          </p:nvPr>
        </p:nvSpPr>
        <p:spPr>
          <a:xfrm>
            <a:off x="6086100" y="4778975"/>
            <a:ext cx="1328400" cy="76200"/>
          </a:xfrm>
          <a:prstGeom prst="rect">
            <a:avLst/>
          </a:prstGeom>
        </p:spPr>
        <p:txBody>
          <a:bodyPr spcFirstLastPara="1" wrap="square" lIns="0" tIns="0" rIns="0" bIns="0" anchor="ctr" anchorCtr="0">
            <a:noAutofit/>
          </a:bodyPr>
          <a:lstStyle>
            <a:lvl1pPr lvl="0">
              <a:spcBef>
                <a:spcPts val="0"/>
              </a:spcBef>
              <a:spcAft>
                <a:spcPts val="0"/>
              </a:spcAft>
              <a:buSzPts val="600"/>
              <a:buFont typeface="Inter"/>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6" name="Google Shape;256;p25"/>
          <p:cNvSpPr txBox="1">
            <a:spLocks noGrp="1"/>
          </p:cNvSpPr>
          <p:nvPr>
            <p:ph type="title" idx="4"/>
          </p:nvPr>
        </p:nvSpPr>
        <p:spPr>
          <a:xfrm>
            <a:off x="288625" y="4778975"/>
            <a:ext cx="4227300" cy="76200"/>
          </a:xfrm>
          <a:prstGeom prst="rect">
            <a:avLst/>
          </a:prstGeom>
        </p:spPr>
        <p:txBody>
          <a:bodyPr spcFirstLastPara="1" wrap="square" lIns="0" tIns="0" rIns="0" bIns="0" anchor="ctr" anchorCtr="0">
            <a:spAutoFit/>
          </a:bodyPr>
          <a:lstStyle>
            <a:lvl1pPr lvl="0">
              <a:spcBef>
                <a:spcPts val="0"/>
              </a:spcBef>
              <a:spcAft>
                <a:spcPts val="0"/>
              </a:spcAft>
              <a:buClr>
                <a:schemeClr val="lt1"/>
              </a:buClr>
              <a:buSzPts val="600"/>
              <a:buFont typeface="Inter"/>
              <a:buNone/>
              <a:defRPr sz="600"/>
            </a:lvl1pPr>
            <a:lvl2pPr lvl="1">
              <a:spcBef>
                <a:spcPts val="0"/>
              </a:spcBef>
              <a:spcAft>
                <a:spcPts val="0"/>
              </a:spcAft>
              <a:buClr>
                <a:schemeClr val="lt1"/>
              </a:buClr>
              <a:buSzPts val="1400"/>
              <a:buNone/>
              <a:defRPr/>
            </a:lvl2pPr>
            <a:lvl3pPr lvl="2">
              <a:spcBef>
                <a:spcPts val="0"/>
              </a:spcBef>
              <a:spcAft>
                <a:spcPts val="0"/>
              </a:spcAft>
              <a:buClr>
                <a:schemeClr val="lt1"/>
              </a:buClr>
              <a:buSzPts val="1400"/>
              <a:buNone/>
              <a:defRPr/>
            </a:lvl3pPr>
            <a:lvl4pPr lvl="3">
              <a:spcBef>
                <a:spcPts val="0"/>
              </a:spcBef>
              <a:spcAft>
                <a:spcPts val="0"/>
              </a:spcAft>
              <a:buClr>
                <a:schemeClr val="lt1"/>
              </a:buClr>
              <a:buSzPts val="1400"/>
              <a:buNone/>
              <a:defRPr/>
            </a:lvl4pPr>
            <a:lvl5pPr lvl="4">
              <a:spcBef>
                <a:spcPts val="0"/>
              </a:spcBef>
              <a:spcAft>
                <a:spcPts val="0"/>
              </a:spcAft>
              <a:buClr>
                <a:schemeClr val="lt1"/>
              </a:buClr>
              <a:buSzPts val="1400"/>
              <a:buNone/>
              <a:defRPr/>
            </a:lvl5pPr>
            <a:lvl6pPr lvl="5">
              <a:spcBef>
                <a:spcPts val="0"/>
              </a:spcBef>
              <a:spcAft>
                <a:spcPts val="0"/>
              </a:spcAft>
              <a:buClr>
                <a:schemeClr val="lt1"/>
              </a:buClr>
              <a:buSzPts val="1400"/>
              <a:buNone/>
              <a:defRPr/>
            </a:lvl6pPr>
            <a:lvl7pPr lvl="6">
              <a:spcBef>
                <a:spcPts val="0"/>
              </a:spcBef>
              <a:spcAft>
                <a:spcPts val="0"/>
              </a:spcAft>
              <a:buClr>
                <a:schemeClr val="lt1"/>
              </a:buClr>
              <a:buSzPts val="1400"/>
              <a:buNone/>
              <a:defRPr/>
            </a:lvl7pPr>
            <a:lvl8pPr lvl="7">
              <a:spcBef>
                <a:spcPts val="0"/>
              </a:spcBef>
              <a:spcAft>
                <a:spcPts val="0"/>
              </a:spcAft>
              <a:buClr>
                <a:schemeClr val="lt1"/>
              </a:buClr>
              <a:buSzPts val="1400"/>
              <a:buNone/>
              <a:defRPr/>
            </a:lvl8pPr>
            <a:lvl9pPr lvl="8">
              <a:spcBef>
                <a:spcPts val="0"/>
              </a:spcBef>
              <a:spcAft>
                <a:spcPts val="0"/>
              </a:spcAft>
              <a:buClr>
                <a:schemeClr val="lt1"/>
              </a:buClr>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57"/>
        <p:cNvGrpSpPr/>
        <p:nvPr/>
      </p:nvGrpSpPr>
      <p:grpSpPr>
        <a:xfrm>
          <a:off x="0" y="0"/>
          <a:ext cx="0" cy="0"/>
          <a:chOff x="0" y="0"/>
          <a:chExt cx="0" cy="0"/>
        </a:xfrm>
      </p:grpSpPr>
      <p:sp>
        <p:nvSpPr>
          <p:cNvPr id="258" name="Google Shape;258;p26"/>
          <p:cNvSpPr txBox="1">
            <a:spLocks noGrp="1"/>
          </p:cNvSpPr>
          <p:nvPr>
            <p:ph type="ctrTitle"/>
          </p:nvPr>
        </p:nvSpPr>
        <p:spPr>
          <a:xfrm>
            <a:off x="311708" y="744575"/>
            <a:ext cx="8520600" cy="2052600"/>
          </a:xfrm>
          <a:prstGeom prst="rect">
            <a:avLst/>
          </a:prstGeom>
        </p:spPr>
        <p:txBody>
          <a:bodyPr spcFirstLastPara="1" wrap="square" lIns="0" tIns="0" rIns="0" bIns="0"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259" name="Google Shape;259;p2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260"/>
        <p:cNvGrpSpPr/>
        <p:nvPr/>
      </p:nvGrpSpPr>
      <p:grpSpPr>
        <a:xfrm>
          <a:off x="0" y="0"/>
          <a:ext cx="0" cy="0"/>
          <a:chOff x="0" y="0"/>
          <a:chExt cx="0" cy="0"/>
        </a:xfrm>
      </p:grpSpPr>
      <p:sp>
        <p:nvSpPr>
          <p:cNvPr id="261" name="Google Shape;261;p27"/>
          <p:cNvSpPr txBox="1">
            <a:spLocks noGrp="1"/>
          </p:cNvSpPr>
          <p:nvPr>
            <p:ph type="title"/>
          </p:nvPr>
        </p:nvSpPr>
        <p:spPr>
          <a:xfrm>
            <a:off x="311700" y="2150850"/>
            <a:ext cx="8520600" cy="841800"/>
          </a:xfrm>
          <a:prstGeom prst="rect">
            <a:avLst/>
          </a:prstGeom>
        </p:spPr>
        <p:txBody>
          <a:bodyPr spcFirstLastPara="1" wrap="square" lIns="0" tIns="0" rIns="0" bIns="0"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262"/>
        <p:cNvGrpSpPr/>
        <p:nvPr/>
      </p:nvGrpSpPr>
      <p:grpSpPr>
        <a:xfrm>
          <a:off x="0" y="0"/>
          <a:ext cx="0" cy="0"/>
          <a:chOff x="0" y="0"/>
          <a:chExt cx="0" cy="0"/>
        </a:xfrm>
      </p:grpSpPr>
      <p:sp>
        <p:nvSpPr>
          <p:cNvPr id="263" name="Google Shape;263;p28"/>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4" name="Google Shape;264;p2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265"/>
        <p:cNvGrpSpPr/>
        <p:nvPr/>
      </p:nvGrpSpPr>
      <p:grpSpPr>
        <a:xfrm>
          <a:off x="0" y="0"/>
          <a:ext cx="0" cy="0"/>
          <a:chOff x="0" y="0"/>
          <a:chExt cx="0" cy="0"/>
        </a:xfrm>
      </p:grpSpPr>
      <p:sp>
        <p:nvSpPr>
          <p:cNvPr id="266" name="Google Shape;266;p29"/>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7" name="Google Shape;267;p29"/>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268" name="Google Shape;268;p29"/>
          <p:cNvSpPr txBox="1">
            <a:spLocks noGrp="1"/>
          </p:cNvSpPr>
          <p:nvPr>
            <p:ph type="body" idx="2"/>
          </p:nvPr>
        </p:nvSpPr>
        <p:spPr>
          <a:xfrm>
            <a:off x="4832400" y="1152475"/>
            <a:ext cx="3999900" cy="3416400"/>
          </a:xfrm>
          <a:prstGeom prst="rect">
            <a:avLst/>
          </a:prstGeom>
        </p:spPr>
        <p:txBody>
          <a:bodyPr spcFirstLastPara="1" wrap="square" lIns="0" tIns="0" rIns="0" bIns="0"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269"/>
        <p:cNvGrpSpPr/>
        <p:nvPr/>
      </p:nvGrpSpPr>
      <p:grpSpPr>
        <a:xfrm>
          <a:off x="0" y="0"/>
          <a:ext cx="0" cy="0"/>
          <a:chOff x="0" y="0"/>
          <a:chExt cx="0" cy="0"/>
        </a:xfrm>
      </p:grpSpPr>
      <p:sp>
        <p:nvSpPr>
          <p:cNvPr id="270" name="Google Shape;270;p30"/>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71"/>
        <p:cNvGrpSpPr/>
        <p:nvPr/>
      </p:nvGrpSpPr>
      <p:grpSpPr>
        <a:xfrm>
          <a:off x="0" y="0"/>
          <a:ext cx="0" cy="0"/>
          <a:chOff x="0" y="0"/>
          <a:chExt cx="0" cy="0"/>
        </a:xfrm>
      </p:grpSpPr>
      <p:sp>
        <p:nvSpPr>
          <p:cNvPr id="272" name="Google Shape;272;p31"/>
          <p:cNvSpPr txBox="1">
            <a:spLocks noGrp="1"/>
          </p:cNvSpPr>
          <p:nvPr>
            <p:ph type="title"/>
          </p:nvPr>
        </p:nvSpPr>
        <p:spPr>
          <a:xfrm>
            <a:off x="311700" y="555600"/>
            <a:ext cx="2808000" cy="755700"/>
          </a:xfrm>
          <a:prstGeom prst="rect">
            <a:avLst/>
          </a:prstGeom>
        </p:spPr>
        <p:txBody>
          <a:bodyPr spcFirstLastPara="1" wrap="square" lIns="0" tIns="0" rIns="0" bIns="0"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73" name="Google Shape;273;p31"/>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274"/>
        <p:cNvGrpSpPr/>
        <p:nvPr/>
      </p:nvGrpSpPr>
      <p:grpSpPr>
        <a:xfrm>
          <a:off x="0" y="0"/>
          <a:ext cx="0" cy="0"/>
          <a:chOff x="0" y="0"/>
          <a:chExt cx="0" cy="0"/>
        </a:xfrm>
      </p:grpSpPr>
      <p:sp>
        <p:nvSpPr>
          <p:cNvPr id="275" name="Google Shape;275;p32"/>
          <p:cNvSpPr txBox="1">
            <a:spLocks noGrp="1"/>
          </p:cNvSpPr>
          <p:nvPr>
            <p:ph type="title"/>
          </p:nvPr>
        </p:nvSpPr>
        <p:spPr>
          <a:xfrm>
            <a:off x="490250" y="450150"/>
            <a:ext cx="6367800" cy="4090800"/>
          </a:xfrm>
          <a:prstGeom prst="rect">
            <a:avLst/>
          </a:prstGeom>
        </p:spPr>
        <p:txBody>
          <a:bodyPr spcFirstLastPara="1" wrap="square" lIns="0" tIns="0" rIns="0" bIns="0"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276"/>
        <p:cNvGrpSpPr/>
        <p:nvPr/>
      </p:nvGrpSpPr>
      <p:grpSpPr>
        <a:xfrm>
          <a:off x="0" y="0"/>
          <a:ext cx="0" cy="0"/>
          <a:chOff x="0" y="0"/>
          <a:chExt cx="0" cy="0"/>
        </a:xfrm>
      </p:grpSpPr>
      <p:sp>
        <p:nvSpPr>
          <p:cNvPr id="277" name="Google Shape;277;p33"/>
          <p:cNvSpPr txBox="1">
            <a:spLocks noGrp="1"/>
          </p:cNvSpPr>
          <p:nvPr>
            <p:ph type="title"/>
          </p:nvPr>
        </p:nvSpPr>
        <p:spPr>
          <a:xfrm>
            <a:off x="265500" y="1233175"/>
            <a:ext cx="4045200" cy="1482300"/>
          </a:xfrm>
          <a:prstGeom prst="rect">
            <a:avLst/>
          </a:prstGeom>
        </p:spPr>
        <p:txBody>
          <a:bodyPr spcFirstLastPara="1" wrap="square" lIns="0" tIns="0" rIns="0" bIns="0"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278" name="Google Shape;278;p33"/>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279" name="Google Shape;279;p33"/>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280"/>
        <p:cNvGrpSpPr/>
        <p:nvPr/>
      </p:nvGrpSpPr>
      <p:grpSpPr>
        <a:xfrm>
          <a:off x="0" y="0"/>
          <a:ext cx="0" cy="0"/>
          <a:chOff x="0" y="0"/>
          <a:chExt cx="0" cy="0"/>
        </a:xfrm>
      </p:grpSpPr>
      <p:sp>
        <p:nvSpPr>
          <p:cNvPr id="281" name="Google Shape;281;p34"/>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200"/>
              <a:buNone/>
              <a:defRPr/>
            </a:lvl1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282"/>
        <p:cNvGrpSpPr/>
        <p:nvPr/>
      </p:nvGrpSpPr>
      <p:grpSpPr>
        <a:xfrm>
          <a:off x="0" y="0"/>
          <a:ext cx="0" cy="0"/>
          <a:chOff x="0" y="0"/>
          <a:chExt cx="0" cy="0"/>
        </a:xfrm>
      </p:grpSpPr>
      <p:sp>
        <p:nvSpPr>
          <p:cNvPr id="283" name="Google Shape;283;p35"/>
          <p:cNvSpPr txBox="1">
            <a:spLocks noGrp="1"/>
          </p:cNvSpPr>
          <p:nvPr>
            <p:ph type="title" hasCustomPrompt="1"/>
          </p:nvPr>
        </p:nvSpPr>
        <p:spPr>
          <a:xfrm>
            <a:off x="311700" y="1106125"/>
            <a:ext cx="8520600" cy="1963500"/>
          </a:xfrm>
          <a:prstGeom prst="rect">
            <a:avLst/>
          </a:prstGeom>
        </p:spPr>
        <p:txBody>
          <a:bodyPr spcFirstLastPara="1" wrap="square" lIns="0" tIns="0" rIns="0" bIns="0"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84" name="Google Shape;284;p35"/>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04800" algn="ctr">
              <a:spcBef>
                <a:spcPts val="0"/>
              </a:spcBef>
              <a:spcAft>
                <a:spcPts val="0"/>
              </a:spcAft>
              <a:buSzPts val="1200"/>
              <a:buChar char="●"/>
              <a:defRPr/>
            </a:lvl1pPr>
            <a:lvl2pPr marL="914400" lvl="1" indent="-304800" algn="ctr">
              <a:spcBef>
                <a:spcPts val="0"/>
              </a:spcBef>
              <a:spcAft>
                <a:spcPts val="0"/>
              </a:spcAft>
              <a:buSzPts val="1200"/>
              <a:buChar char="○"/>
              <a:defRPr/>
            </a:lvl2pPr>
            <a:lvl3pPr marL="1371600" lvl="2" indent="-304800" algn="ctr">
              <a:spcBef>
                <a:spcPts val="0"/>
              </a:spcBef>
              <a:spcAft>
                <a:spcPts val="0"/>
              </a:spcAft>
              <a:buSzPts val="1200"/>
              <a:buChar char="■"/>
              <a:defRPr/>
            </a:lvl3pPr>
            <a:lvl4pPr marL="1828800" lvl="3" indent="-304800" algn="ctr">
              <a:spcBef>
                <a:spcPts val="0"/>
              </a:spcBef>
              <a:spcAft>
                <a:spcPts val="0"/>
              </a:spcAft>
              <a:buSzPts val="1200"/>
              <a:buChar char="●"/>
              <a:defRPr/>
            </a:lvl4pPr>
            <a:lvl5pPr marL="2286000" lvl="4" indent="-304800" algn="ctr">
              <a:spcBef>
                <a:spcPts val="0"/>
              </a:spcBef>
              <a:spcAft>
                <a:spcPts val="0"/>
              </a:spcAft>
              <a:buSzPts val="1200"/>
              <a:buChar char="○"/>
              <a:defRPr/>
            </a:lvl5pPr>
            <a:lvl6pPr marL="2743200" lvl="5" indent="-304800" algn="ctr">
              <a:spcBef>
                <a:spcPts val="0"/>
              </a:spcBef>
              <a:spcAft>
                <a:spcPts val="0"/>
              </a:spcAft>
              <a:buSzPts val="1200"/>
              <a:buChar char="■"/>
              <a:defRPr/>
            </a:lvl6pPr>
            <a:lvl7pPr marL="3200400" lvl="6" indent="-304800" algn="ctr">
              <a:spcBef>
                <a:spcPts val="0"/>
              </a:spcBef>
              <a:spcAft>
                <a:spcPts val="0"/>
              </a:spcAft>
              <a:buSzPts val="1200"/>
              <a:buChar char="●"/>
              <a:defRPr/>
            </a:lvl7pPr>
            <a:lvl8pPr marL="3657600" lvl="7" indent="-304800" algn="ctr">
              <a:spcBef>
                <a:spcPts val="0"/>
              </a:spcBef>
              <a:spcAft>
                <a:spcPts val="0"/>
              </a:spcAft>
              <a:buSzPts val="1200"/>
              <a:buChar char="○"/>
              <a:defRPr/>
            </a:lvl8pPr>
            <a:lvl9pPr marL="4114800" lvl="8" indent="-304800" algn="ctr">
              <a:spcBef>
                <a:spcPts val="0"/>
              </a:spcBef>
              <a:spcAft>
                <a:spcPts val="0"/>
              </a:spcAft>
              <a:buSzPts val="12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85"/>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286"/>
        <p:cNvGrpSpPr/>
        <p:nvPr/>
      </p:nvGrpSpPr>
      <p:grpSpPr>
        <a:xfrm>
          <a:off x="0" y="0"/>
          <a:ext cx="0" cy="0"/>
          <a:chOff x="0" y="0"/>
          <a:chExt cx="0" cy="0"/>
        </a:xfrm>
      </p:grpSpPr>
      <p:sp>
        <p:nvSpPr>
          <p:cNvPr id="287" name="Google Shape;287;p37"/>
          <p:cNvSpPr txBox="1">
            <a:spLocks noGrp="1"/>
          </p:cNvSpPr>
          <p:nvPr>
            <p:ph type="title"/>
          </p:nvPr>
        </p:nvSpPr>
        <p:spPr>
          <a:xfrm>
            <a:off x="677325" y="1832775"/>
            <a:ext cx="3217200" cy="1484100"/>
          </a:xfrm>
          <a:prstGeom prst="rect">
            <a:avLst/>
          </a:prstGeom>
        </p:spPr>
        <p:txBody>
          <a:bodyPr spcFirstLastPara="1" wrap="square" lIns="0" tIns="0" rIns="0" bIns="0" anchor="ctr" anchorCtr="0">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8" name="Google Shape;288;p37"/>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289" name="Google Shape;289;p37"/>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290" name="Google Shape;290;p37"/>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291" name="Google Shape;291;p37"/>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292" name="Google Shape;292;p37"/>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293" name="Google Shape;293;p37"/>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body and image">
  <p:cSld name="Title, body and image">
    <p:spTree>
      <p:nvGrpSpPr>
        <p:cNvPr id="1" name="Shape 294"/>
        <p:cNvGrpSpPr/>
        <p:nvPr/>
      </p:nvGrpSpPr>
      <p:grpSpPr>
        <a:xfrm>
          <a:off x="0" y="0"/>
          <a:ext cx="0" cy="0"/>
          <a:chOff x="0" y="0"/>
          <a:chExt cx="0" cy="0"/>
        </a:xfrm>
      </p:grpSpPr>
      <p:sp>
        <p:nvSpPr>
          <p:cNvPr id="295" name="Google Shape;295;p38"/>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6" name="Google Shape;296;p38"/>
          <p:cNvSpPr txBox="1">
            <a:spLocks noGrp="1"/>
          </p:cNvSpPr>
          <p:nvPr>
            <p:ph type="body" idx="1"/>
          </p:nvPr>
        </p:nvSpPr>
        <p:spPr>
          <a:xfrm>
            <a:off x="311700" y="1152475"/>
            <a:ext cx="4473900" cy="34164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297" name="Google Shape;297;p38"/>
          <p:cNvSpPr>
            <a:spLocks noGrp="1"/>
          </p:cNvSpPr>
          <p:nvPr>
            <p:ph type="pic" idx="2"/>
          </p:nvPr>
        </p:nvSpPr>
        <p:spPr>
          <a:xfrm>
            <a:off x="4992024" y="1152775"/>
            <a:ext cx="3840300" cy="3416400"/>
          </a:xfrm>
          <a:prstGeom prst="rect">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298"/>
        <p:cNvGrpSpPr/>
        <p:nvPr/>
      </p:nvGrpSpPr>
      <p:grpSpPr>
        <a:xfrm>
          <a:off x="0" y="0"/>
          <a:ext cx="0" cy="0"/>
          <a:chOff x="0" y="0"/>
          <a:chExt cx="0" cy="0"/>
        </a:xfrm>
      </p:grpSpPr>
      <p:sp>
        <p:nvSpPr>
          <p:cNvPr id="299" name="Google Shape;299;p39"/>
          <p:cNvSpPr txBox="1">
            <a:spLocks noGrp="1"/>
          </p:cNvSpPr>
          <p:nvPr>
            <p:ph type="title"/>
          </p:nvPr>
        </p:nvSpPr>
        <p:spPr>
          <a:xfrm>
            <a:off x="483175" y="450025"/>
            <a:ext cx="8184600" cy="758100"/>
          </a:xfrm>
          <a:prstGeom prst="rect">
            <a:avLst/>
          </a:prstGeom>
        </p:spPr>
        <p:txBody>
          <a:bodyPr spcFirstLastPara="1" wrap="square" lIns="0" tIns="0" rIns="0" bIns="0"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00" name="Google Shape;300;p39"/>
          <p:cNvSpPr txBox="1">
            <a:spLocks noGrp="1"/>
          </p:cNvSpPr>
          <p:nvPr>
            <p:ph type="body" idx="1"/>
          </p:nvPr>
        </p:nvSpPr>
        <p:spPr>
          <a:xfrm>
            <a:off x="483150" y="2237788"/>
            <a:ext cx="3619800" cy="23736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01" name="Google Shape;301;p39"/>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02" name="Google Shape;302;p39"/>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3" name="Google Shape;303;p39"/>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304"/>
        <p:cNvGrpSpPr/>
        <p:nvPr/>
      </p:nvGrpSpPr>
      <p:grpSpPr>
        <a:xfrm>
          <a:off x="0" y="0"/>
          <a:ext cx="0" cy="0"/>
          <a:chOff x="0" y="0"/>
          <a:chExt cx="0" cy="0"/>
        </a:xfrm>
      </p:grpSpPr>
      <p:sp>
        <p:nvSpPr>
          <p:cNvPr id="305" name="Google Shape;305;p40"/>
          <p:cNvSpPr txBox="1">
            <a:spLocks noGrp="1"/>
          </p:cNvSpPr>
          <p:nvPr>
            <p:ph type="body" idx="1"/>
          </p:nvPr>
        </p:nvSpPr>
        <p:spPr>
          <a:xfrm>
            <a:off x="483175" y="2417500"/>
            <a:ext cx="2455500" cy="23736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06" name="Google Shape;306;p40"/>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07" name="Google Shape;307;p40"/>
          <p:cNvSpPr txBox="1">
            <a:spLocks noGrp="1"/>
          </p:cNvSpPr>
          <p:nvPr>
            <p:ph type="title"/>
          </p:nvPr>
        </p:nvSpPr>
        <p:spPr>
          <a:xfrm>
            <a:off x="483175" y="450025"/>
            <a:ext cx="8184600" cy="758100"/>
          </a:xfrm>
          <a:prstGeom prst="rect">
            <a:avLst/>
          </a:prstGeom>
        </p:spPr>
        <p:txBody>
          <a:bodyPr spcFirstLastPara="1" wrap="square" lIns="0" tIns="0" rIns="0" bIns="0" anchor="ctr" anchorCtr="0">
            <a:spAutoFit/>
          </a:bodyPr>
          <a:lstStyle>
            <a:lvl1pPr lvl="0">
              <a:spcBef>
                <a:spcPts val="0"/>
              </a:spcBef>
              <a:spcAft>
                <a:spcPts val="0"/>
              </a:spcAft>
              <a:buSzPts val="3000"/>
              <a:buChar char="●"/>
              <a:defRPr sz="3000"/>
            </a:lvl1pPr>
            <a:lvl2pPr lvl="1">
              <a:spcBef>
                <a:spcPts val="0"/>
              </a:spcBef>
              <a:spcAft>
                <a:spcPts val="0"/>
              </a:spcAft>
              <a:buSzPts val="3000"/>
              <a:buChar char="○"/>
              <a:defRPr sz="3000"/>
            </a:lvl2pPr>
            <a:lvl3pPr lvl="2">
              <a:spcBef>
                <a:spcPts val="0"/>
              </a:spcBef>
              <a:spcAft>
                <a:spcPts val="0"/>
              </a:spcAft>
              <a:buSzPts val="3000"/>
              <a:buChar char="■"/>
              <a:defRPr sz="3000"/>
            </a:lvl3pPr>
            <a:lvl4pPr lvl="3">
              <a:spcBef>
                <a:spcPts val="0"/>
              </a:spcBef>
              <a:spcAft>
                <a:spcPts val="0"/>
              </a:spcAft>
              <a:buSzPts val="3000"/>
              <a:buChar char="●"/>
              <a:defRPr sz="3000"/>
            </a:lvl4pPr>
            <a:lvl5pPr lvl="4">
              <a:spcBef>
                <a:spcPts val="0"/>
              </a:spcBef>
              <a:spcAft>
                <a:spcPts val="0"/>
              </a:spcAft>
              <a:buSzPts val="3000"/>
              <a:buChar char="○"/>
              <a:defRPr sz="3000"/>
            </a:lvl5pPr>
            <a:lvl6pPr lvl="5">
              <a:spcBef>
                <a:spcPts val="0"/>
              </a:spcBef>
              <a:spcAft>
                <a:spcPts val="0"/>
              </a:spcAft>
              <a:buSzPts val="3000"/>
              <a:buChar char="■"/>
              <a:defRPr sz="3000"/>
            </a:lvl6pPr>
            <a:lvl7pPr lvl="6">
              <a:spcBef>
                <a:spcPts val="0"/>
              </a:spcBef>
              <a:spcAft>
                <a:spcPts val="0"/>
              </a:spcAft>
              <a:buSzPts val="3000"/>
              <a:buChar char="●"/>
              <a:defRPr sz="3000"/>
            </a:lvl7pPr>
            <a:lvl8pPr lvl="7">
              <a:spcBef>
                <a:spcPts val="0"/>
              </a:spcBef>
              <a:spcAft>
                <a:spcPts val="0"/>
              </a:spcAft>
              <a:buSzPts val="3000"/>
              <a:buChar char="○"/>
              <a:defRPr sz="3000"/>
            </a:lvl8pPr>
            <a:lvl9pPr lvl="8">
              <a:spcBef>
                <a:spcPts val="0"/>
              </a:spcBef>
              <a:spcAft>
                <a:spcPts val="0"/>
              </a:spcAft>
              <a:buSzPts val="3000"/>
              <a:buChar char="■"/>
              <a:defRPr sz="3000"/>
            </a:lvl9pPr>
          </a:lstStyle>
          <a:p>
            <a:endParaRPr/>
          </a:p>
        </p:txBody>
      </p:sp>
      <p:sp>
        <p:nvSpPr>
          <p:cNvPr id="308" name="Google Shape;308;p40"/>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9" name="Google Shape;309;p40"/>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0" name="Google Shape;310;p40"/>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1" name="Google Shape;311;p40"/>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312"/>
        <p:cNvGrpSpPr/>
        <p:nvPr/>
      </p:nvGrpSpPr>
      <p:grpSpPr>
        <a:xfrm>
          <a:off x="0" y="0"/>
          <a:ext cx="0" cy="0"/>
          <a:chOff x="0" y="0"/>
          <a:chExt cx="0" cy="0"/>
        </a:xfrm>
      </p:grpSpPr>
      <p:sp>
        <p:nvSpPr>
          <p:cNvPr id="313" name="Google Shape;313;p41"/>
          <p:cNvSpPr txBox="1">
            <a:spLocks noGrp="1"/>
          </p:cNvSpPr>
          <p:nvPr>
            <p:ph type="body" idx="1"/>
          </p:nvPr>
        </p:nvSpPr>
        <p:spPr>
          <a:xfrm>
            <a:off x="366725" y="1759093"/>
            <a:ext cx="3838500" cy="1138500"/>
          </a:xfrm>
          <a:prstGeom prst="rect">
            <a:avLst/>
          </a:prstGeom>
        </p:spPr>
        <p:txBody>
          <a:bodyPr spcFirstLastPara="1" wrap="square" lIns="0" tIns="0" rIns="0" bIns="0" anchor="t" anchorCtr="0">
            <a:sp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14" name="Google Shape;314;p41"/>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15" name="Google Shape;315;p41"/>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16" name="Google Shape;316;p41"/>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17" name="Google Shape;317;p41"/>
          <p:cNvSpPr txBox="1">
            <a:spLocks noGrp="1"/>
          </p:cNvSpPr>
          <p:nvPr>
            <p:ph type="title"/>
          </p:nvPr>
        </p:nvSpPr>
        <p:spPr>
          <a:xfrm>
            <a:off x="366750" y="450025"/>
            <a:ext cx="8184600" cy="758100"/>
          </a:xfrm>
          <a:prstGeom prst="rect">
            <a:avLst/>
          </a:prstGeom>
        </p:spPr>
        <p:txBody>
          <a:bodyPr spcFirstLastPara="1" wrap="square" lIns="0" tIns="0" rIns="0" bIns="0"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18" name="Google Shape;318;p41"/>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9" name="Google Shape;319;p41"/>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0" name="Google Shape;320;p41"/>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1" name="Google Shape;321;p41"/>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322"/>
        <p:cNvGrpSpPr/>
        <p:nvPr/>
      </p:nvGrpSpPr>
      <p:grpSpPr>
        <a:xfrm>
          <a:off x="0" y="0"/>
          <a:ext cx="0" cy="0"/>
          <a:chOff x="0" y="0"/>
          <a:chExt cx="0" cy="0"/>
        </a:xfrm>
      </p:grpSpPr>
      <p:sp>
        <p:nvSpPr>
          <p:cNvPr id="323" name="Google Shape;323;p42"/>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4" name="Google Shape;324;p42"/>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325"/>
        <p:cNvGrpSpPr/>
        <p:nvPr/>
      </p:nvGrpSpPr>
      <p:grpSpPr>
        <a:xfrm>
          <a:off x="0" y="0"/>
          <a:ext cx="0" cy="0"/>
          <a:chOff x="0" y="0"/>
          <a:chExt cx="0" cy="0"/>
        </a:xfrm>
      </p:grpSpPr>
      <p:sp>
        <p:nvSpPr>
          <p:cNvPr id="326" name="Google Shape;326;p43"/>
          <p:cNvSpPr txBox="1">
            <a:spLocks noGrp="1"/>
          </p:cNvSpPr>
          <p:nvPr>
            <p:ph type="body" idx="1"/>
          </p:nvPr>
        </p:nvSpPr>
        <p:spPr>
          <a:xfrm>
            <a:off x="311700" y="4080225"/>
            <a:ext cx="4027500" cy="9261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27" name="Google Shape;327;p43"/>
          <p:cNvSpPr>
            <a:spLocks noGrp="1"/>
          </p:cNvSpPr>
          <p:nvPr>
            <p:ph type="pic" idx="2"/>
          </p:nvPr>
        </p:nvSpPr>
        <p:spPr>
          <a:xfrm>
            <a:off x="4804825" y="1133300"/>
            <a:ext cx="4027500" cy="2392800"/>
          </a:xfrm>
          <a:prstGeom prst="rect">
            <a:avLst/>
          </a:prstGeom>
          <a:noFill/>
          <a:ln>
            <a:noFill/>
          </a:ln>
        </p:spPr>
      </p:sp>
      <p:sp>
        <p:nvSpPr>
          <p:cNvPr id="328" name="Google Shape;328;p43"/>
          <p:cNvSpPr>
            <a:spLocks noGrp="1"/>
          </p:cNvSpPr>
          <p:nvPr>
            <p:ph type="pic" idx="3"/>
          </p:nvPr>
        </p:nvSpPr>
        <p:spPr>
          <a:xfrm>
            <a:off x="311725" y="1133300"/>
            <a:ext cx="4027500" cy="2392800"/>
          </a:xfrm>
          <a:prstGeom prst="rect">
            <a:avLst/>
          </a:prstGeom>
          <a:noFill/>
          <a:ln>
            <a:noFill/>
          </a:ln>
        </p:spPr>
      </p:sp>
      <p:sp>
        <p:nvSpPr>
          <p:cNvPr id="329" name="Google Shape;329;p43"/>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30" name="Google Shape;330;p43"/>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1" name="Google Shape;331;p43"/>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32" name="Google Shape;332;p43"/>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hree storyboards">
  <p:cSld name="Three storyboards">
    <p:spTree>
      <p:nvGrpSpPr>
        <p:cNvPr id="1" name="Shape 333"/>
        <p:cNvGrpSpPr/>
        <p:nvPr/>
      </p:nvGrpSpPr>
      <p:grpSpPr>
        <a:xfrm>
          <a:off x="0" y="0"/>
          <a:ext cx="0" cy="0"/>
          <a:chOff x="0" y="0"/>
          <a:chExt cx="0" cy="0"/>
        </a:xfrm>
      </p:grpSpPr>
      <p:sp>
        <p:nvSpPr>
          <p:cNvPr id="334" name="Google Shape;334;p44"/>
          <p:cNvSpPr txBox="1">
            <a:spLocks noGrp="1"/>
          </p:cNvSpPr>
          <p:nvPr>
            <p:ph type="body" idx="1"/>
          </p:nvPr>
        </p:nvSpPr>
        <p:spPr>
          <a:xfrm>
            <a:off x="311700" y="3911700"/>
            <a:ext cx="2627100" cy="1018500"/>
          </a:xfrm>
          <a:prstGeom prst="rect">
            <a:avLst/>
          </a:prstGeom>
        </p:spPr>
        <p:txBody>
          <a:bodyPr spcFirstLastPara="1" wrap="square" lIns="0" tIns="0" rIns="0" bIns="0" anchor="t" anchorCtr="0">
            <a:sp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35" name="Google Shape;335;p44"/>
          <p:cNvSpPr>
            <a:spLocks noGrp="1"/>
          </p:cNvSpPr>
          <p:nvPr>
            <p:ph type="pic" idx="2"/>
          </p:nvPr>
        </p:nvSpPr>
        <p:spPr>
          <a:xfrm>
            <a:off x="6205225" y="1128325"/>
            <a:ext cx="2627100" cy="2273100"/>
          </a:xfrm>
          <a:prstGeom prst="rect">
            <a:avLst/>
          </a:prstGeom>
          <a:noFill/>
          <a:ln>
            <a:noFill/>
          </a:ln>
        </p:spPr>
      </p:sp>
      <p:sp>
        <p:nvSpPr>
          <p:cNvPr id="336" name="Google Shape;336;p44"/>
          <p:cNvSpPr>
            <a:spLocks noGrp="1"/>
          </p:cNvSpPr>
          <p:nvPr>
            <p:ph type="pic" idx="3"/>
          </p:nvPr>
        </p:nvSpPr>
        <p:spPr>
          <a:xfrm>
            <a:off x="311725" y="1128325"/>
            <a:ext cx="2627100" cy="2273100"/>
          </a:xfrm>
          <a:prstGeom prst="rect">
            <a:avLst/>
          </a:prstGeom>
          <a:noFill/>
          <a:ln>
            <a:noFill/>
          </a:ln>
        </p:spPr>
      </p:sp>
      <p:sp>
        <p:nvSpPr>
          <p:cNvPr id="337" name="Google Shape;337;p44"/>
          <p:cNvSpPr txBox="1">
            <a:spLocks noGrp="1"/>
          </p:cNvSpPr>
          <p:nvPr>
            <p:ph type="body" idx="4"/>
          </p:nvPr>
        </p:nvSpPr>
        <p:spPr>
          <a:xfrm>
            <a:off x="6205225"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38" name="Google Shape;338;p44"/>
          <p:cNvSpPr>
            <a:spLocks noGrp="1"/>
          </p:cNvSpPr>
          <p:nvPr>
            <p:ph type="pic" idx="5"/>
          </p:nvPr>
        </p:nvSpPr>
        <p:spPr>
          <a:xfrm>
            <a:off x="3255250" y="1128325"/>
            <a:ext cx="2627100" cy="2273100"/>
          </a:xfrm>
          <a:prstGeom prst="rect">
            <a:avLst/>
          </a:prstGeom>
          <a:noFill/>
          <a:ln>
            <a:noFill/>
          </a:ln>
        </p:spPr>
      </p:sp>
      <p:sp>
        <p:nvSpPr>
          <p:cNvPr id="339" name="Google Shape;339;p44"/>
          <p:cNvSpPr txBox="1">
            <a:spLocks noGrp="1"/>
          </p:cNvSpPr>
          <p:nvPr>
            <p:ph type="body" idx="6"/>
          </p:nvPr>
        </p:nvSpPr>
        <p:spPr>
          <a:xfrm>
            <a:off x="3255250" y="3911700"/>
            <a:ext cx="2627100" cy="1018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a:lvl1pPr>
            <a:lvl2pPr marL="914400" lvl="1" indent="-304800">
              <a:spcBef>
                <a:spcPts val="0"/>
              </a:spcBef>
              <a:spcAft>
                <a:spcPts val="0"/>
              </a:spcAft>
              <a:buSzPts val="1200"/>
              <a:buChar char="○"/>
              <a:defRPr/>
            </a:lvl2pPr>
            <a:lvl3pPr marL="1371600" lvl="2" indent="-304800">
              <a:spcBef>
                <a:spcPts val="0"/>
              </a:spcBef>
              <a:spcAft>
                <a:spcPts val="0"/>
              </a:spcAft>
              <a:buSzPts val="1200"/>
              <a:buChar char="■"/>
              <a:defRPr/>
            </a:lvl3pPr>
            <a:lvl4pPr marL="1828800" lvl="3" indent="-304800">
              <a:spcBef>
                <a:spcPts val="0"/>
              </a:spcBef>
              <a:spcAft>
                <a:spcPts val="0"/>
              </a:spcAft>
              <a:buSzPts val="1200"/>
              <a:buChar char="●"/>
              <a:defRPr/>
            </a:lvl4pPr>
            <a:lvl5pPr marL="2286000" lvl="4" indent="-304800">
              <a:spcBef>
                <a:spcPts val="0"/>
              </a:spcBef>
              <a:spcAft>
                <a:spcPts val="0"/>
              </a:spcAft>
              <a:buSzPts val="1200"/>
              <a:buChar char="○"/>
              <a:defRPr/>
            </a:lvl5pPr>
            <a:lvl6pPr marL="2743200" lvl="5" indent="-304800">
              <a:spcBef>
                <a:spcPts val="0"/>
              </a:spcBef>
              <a:spcAft>
                <a:spcPts val="0"/>
              </a:spcAft>
              <a:buSzPts val="1200"/>
              <a:buChar char="■"/>
              <a:defRPr/>
            </a:lvl6pPr>
            <a:lvl7pPr marL="3200400" lvl="6" indent="-304800">
              <a:spcBef>
                <a:spcPts val="0"/>
              </a:spcBef>
              <a:spcAft>
                <a:spcPts val="0"/>
              </a:spcAft>
              <a:buSzPts val="1200"/>
              <a:buChar char="●"/>
              <a:defRPr/>
            </a:lvl7pPr>
            <a:lvl8pPr marL="3657600" lvl="7" indent="-304800">
              <a:spcBef>
                <a:spcPts val="0"/>
              </a:spcBef>
              <a:spcAft>
                <a:spcPts val="0"/>
              </a:spcAft>
              <a:buSzPts val="1200"/>
              <a:buChar char="○"/>
              <a:defRPr/>
            </a:lvl8pPr>
            <a:lvl9pPr marL="4114800" lvl="8" indent="-304800">
              <a:spcBef>
                <a:spcPts val="0"/>
              </a:spcBef>
              <a:spcAft>
                <a:spcPts val="0"/>
              </a:spcAft>
              <a:buSzPts val="1200"/>
              <a:buChar char="■"/>
              <a:defRPr/>
            </a:lvl9pPr>
          </a:lstStyle>
          <a:p>
            <a:endParaRPr/>
          </a:p>
        </p:txBody>
      </p:sp>
      <p:sp>
        <p:nvSpPr>
          <p:cNvPr id="340" name="Google Shape;340;p44"/>
          <p:cNvSpPr txBox="1">
            <a:spLocks noGrp="1"/>
          </p:cNvSpPr>
          <p:nvPr>
            <p:ph type="title"/>
          </p:nvPr>
        </p:nvSpPr>
        <p:spPr>
          <a:xfrm>
            <a:off x="311700" y="445025"/>
            <a:ext cx="8520600" cy="572700"/>
          </a:xfrm>
          <a:prstGeom prst="rect">
            <a:avLst/>
          </a:prstGeom>
        </p:spPr>
        <p:txBody>
          <a:bodyPr spcFirstLastPara="1" wrap="square" lIns="0" tIns="0" rIns="0" bIns="0" anchor="ctr" anchorCtr="0">
            <a:no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44"/>
          <p:cNvSpPr txBox="1">
            <a:spLocks noGrp="1"/>
          </p:cNvSpPr>
          <p:nvPr>
            <p:ph type="subTitle" idx="7"/>
          </p:nvPr>
        </p:nvSpPr>
        <p:spPr>
          <a:xfrm>
            <a:off x="3117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42" name="Google Shape;342;p44"/>
          <p:cNvSpPr txBox="1">
            <a:spLocks noGrp="1"/>
          </p:cNvSpPr>
          <p:nvPr>
            <p:ph type="subTitle" idx="8"/>
          </p:nvPr>
        </p:nvSpPr>
        <p:spPr>
          <a:xfrm>
            <a:off x="6205225"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
        <p:nvSpPr>
          <p:cNvPr id="343" name="Google Shape;343;p44"/>
          <p:cNvSpPr txBox="1">
            <a:spLocks noGrp="1"/>
          </p:cNvSpPr>
          <p:nvPr>
            <p:ph type="subTitle" idx="9"/>
          </p:nvPr>
        </p:nvSpPr>
        <p:spPr>
          <a:xfrm>
            <a:off x="3255250" y="3430500"/>
            <a:ext cx="2627100" cy="4812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344"/>
        <p:cNvGrpSpPr/>
        <p:nvPr/>
      </p:nvGrpSpPr>
      <p:grpSpPr>
        <a:xfrm>
          <a:off x="0" y="0"/>
          <a:ext cx="0" cy="0"/>
          <a:chOff x="0" y="0"/>
          <a:chExt cx="0" cy="0"/>
        </a:xfrm>
      </p:grpSpPr>
      <p:sp>
        <p:nvSpPr>
          <p:cNvPr id="345" name="Google Shape;345;p45"/>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346"/>
        <p:cNvGrpSpPr/>
        <p:nvPr/>
      </p:nvGrpSpPr>
      <p:grpSpPr>
        <a:xfrm>
          <a:off x="0" y="0"/>
          <a:ext cx="0" cy="0"/>
          <a:chOff x="0" y="0"/>
          <a:chExt cx="0" cy="0"/>
        </a:xfrm>
      </p:grpSpPr>
      <p:sp>
        <p:nvSpPr>
          <p:cNvPr id="347" name="Google Shape;347;p46"/>
          <p:cNvSpPr>
            <a:spLocks noGrp="1"/>
          </p:cNvSpPr>
          <p:nvPr>
            <p:ph type="pic" idx="2"/>
          </p:nvPr>
        </p:nvSpPr>
        <p:spPr>
          <a:xfrm>
            <a:off x="3389600" y="118913"/>
            <a:ext cx="1643700" cy="1535100"/>
          </a:xfrm>
          <a:prstGeom prst="rect">
            <a:avLst/>
          </a:prstGeom>
          <a:noFill/>
          <a:ln>
            <a:noFill/>
          </a:ln>
        </p:spPr>
      </p:sp>
      <p:sp>
        <p:nvSpPr>
          <p:cNvPr id="348" name="Google Shape;348;p46"/>
          <p:cNvSpPr>
            <a:spLocks noGrp="1"/>
          </p:cNvSpPr>
          <p:nvPr>
            <p:ph type="pic" idx="3"/>
          </p:nvPr>
        </p:nvSpPr>
        <p:spPr>
          <a:xfrm>
            <a:off x="5195935" y="118913"/>
            <a:ext cx="1643700" cy="1535100"/>
          </a:xfrm>
          <a:prstGeom prst="rect">
            <a:avLst/>
          </a:prstGeom>
          <a:noFill/>
          <a:ln>
            <a:noFill/>
          </a:ln>
        </p:spPr>
      </p:sp>
      <p:sp>
        <p:nvSpPr>
          <p:cNvPr id="349" name="Google Shape;349;p46"/>
          <p:cNvSpPr>
            <a:spLocks noGrp="1"/>
          </p:cNvSpPr>
          <p:nvPr>
            <p:ph type="pic" idx="4"/>
          </p:nvPr>
        </p:nvSpPr>
        <p:spPr>
          <a:xfrm>
            <a:off x="7002270" y="118913"/>
            <a:ext cx="1643700" cy="1535100"/>
          </a:xfrm>
          <a:prstGeom prst="rect">
            <a:avLst/>
          </a:prstGeom>
          <a:noFill/>
          <a:ln>
            <a:noFill/>
          </a:ln>
        </p:spPr>
      </p:sp>
      <p:sp>
        <p:nvSpPr>
          <p:cNvPr id="350" name="Google Shape;350;p46"/>
          <p:cNvSpPr>
            <a:spLocks noGrp="1"/>
          </p:cNvSpPr>
          <p:nvPr>
            <p:ph type="pic" idx="5"/>
          </p:nvPr>
        </p:nvSpPr>
        <p:spPr>
          <a:xfrm>
            <a:off x="3389588" y="1804212"/>
            <a:ext cx="1643700" cy="1535100"/>
          </a:xfrm>
          <a:prstGeom prst="rect">
            <a:avLst/>
          </a:prstGeom>
          <a:noFill/>
          <a:ln>
            <a:noFill/>
          </a:ln>
        </p:spPr>
      </p:sp>
      <p:sp>
        <p:nvSpPr>
          <p:cNvPr id="351" name="Google Shape;351;p46"/>
          <p:cNvSpPr>
            <a:spLocks noGrp="1"/>
          </p:cNvSpPr>
          <p:nvPr>
            <p:ph type="pic" idx="6"/>
          </p:nvPr>
        </p:nvSpPr>
        <p:spPr>
          <a:xfrm>
            <a:off x="5195922" y="1804212"/>
            <a:ext cx="1643700" cy="1535100"/>
          </a:xfrm>
          <a:prstGeom prst="rect">
            <a:avLst/>
          </a:prstGeom>
          <a:noFill/>
          <a:ln>
            <a:noFill/>
          </a:ln>
        </p:spPr>
      </p:sp>
      <p:sp>
        <p:nvSpPr>
          <p:cNvPr id="352" name="Google Shape;352;p46"/>
          <p:cNvSpPr>
            <a:spLocks noGrp="1"/>
          </p:cNvSpPr>
          <p:nvPr>
            <p:ph type="pic" idx="7"/>
          </p:nvPr>
        </p:nvSpPr>
        <p:spPr>
          <a:xfrm>
            <a:off x="7002257" y="1804212"/>
            <a:ext cx="1643700" cy="1535100"/>
          </a:xfrm>
          <a:prstGeom prst="rect">
            <a:avLst/>
          </a:prstGeom>
          <a:noFill/>
          <a:ln>
            <a:noFill/>
          </a:ln>
        </p:spPr>
      </p:sp>
      <p:sp>
        <p:nvSpPr>
          <p:cNvPr id="353" name="Google Shape;353;p46"/>
          <p:cNvSpPr txBox="1">
            <a:spLocks noGrp="1"/>
          </p:cNvSpPr>
          <p:nvPr>
            <p:ph type="title"/>
          </p:nvPr>
        </p:nvSpPr>
        <p:spPr>
          <a:xfrm>
            <a:off x="351550" y="445025"/>
            <a:ext cx="2596800" cy="1706400"/>
          </a:xfrm>
          <a:prstGeom prst="rect">
            <a:avLst/>
          </a:prstGeom>
        </p:spPr>
        <p:txBody>
          <a:bodyPr spcFirstLastPara="1" wrap="square" lIns="0" tIns="0" rIns="0" bIns="0" anchor="ctr" anchorCtr="0">
            <a:spAutoFit/>
          </a:bodyPr>
          <a:lstStyle>
            <a:lvl1pPr lvl="0">
              <a:spcBef>
                <a:spcPts val="0"/>
              </a:spcBef>
              <a:spcAft>
                <a:spcPts val="0"/>
              </a:spcAft>
              <a:buSzPts val="6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4" name="Google Shape;354;p46"/>
          <p:cNvSpPr>
            <a:spLocks noGrp="1"/>
          </p:cNvSpPr>
          <p:nvPr>
            <p:ph type="pic" idx="8"/>
          </p:nvPr>
        </p:nvSpPr>
        <p:spPr>
          <a:xfrm>
            <a:off x="3389588" y="3489487"/>
            <a:ext cx="1643700" cy="1535100"/>
          </a:xfrm>
          <a:prstGeom prst="rect">
            <a:avLst/>
          </a:prstGeom>
          <a:noFill/>
          <a:ln>
            <a:noFill/>
          </a:ln>
        </p:spPr>
      </p:sp>
      <p:sp>
        <p:nvSpPr>
          <p:cNvPr id="355" name="Google Shape;355;p46"/>
          <p:cNvSpPr>
            <a:spLocks noGrp="1"/>
          </p:cNvSpPr>
          <p:nvPr>
            <p:ph type="pic" idx="9"/>
          </p:nvPr>
        </p:nvSpPr>
        <p:spPr>
          <a:xfrm>
            <a:off x="5195922" y="3489487"/>
            <a:ext cx="1643700" cy="1535100"/>
          </a:xfrm>
          <a:prstGeom prst="rect">
            <a:avLst/>
          </a:prstGeom>
          <a:noFill/>
          <a:ln>
            <a:noFill/>
          </a:ln>
        </p:spPr>
      </p:sp>
      <p:sp>
        <p:nvSpPr>
          <p:cNvPr id="356" name="Google Shape;356;p46"/>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body" idx="1"/>
          </p:nvPr>
        </p:nvSpPr>
        <p:spPr>
          <a:xfrm>
            <a:off x="284850" y="1555575"/>
            <a:ext cx="5710500" cy="2861400"/>
          </a:xfrm>
          <a:prstGeom prst="rect">
            <a:avLst/>
          </a:prstGeom>
          <a:noFill/>
          <a:ln>
            <a:noFill/>
          </a:ln>
        </p:spPr>
        <p:txBody>
          <a:bodyPr spcFirstLastPara="1" wrap="square" lIns="0" tIns="0" rIns="0" bIns="0" anchor="t" anchorCtr="0">
            <a:spAutoFit/>
          </a:bodyPr>
          <a:lstStyle>
            <a:lvl1pPr marL="457200" lvl="0"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lnSpc>
                <a:spcPct val="115000"/>
              </a:lnSpc>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7" name="Google Shape;7;p1"/>
          <p:cNvSpPr txBox="1">
            <a:spLocks noGrp="1"/>
          </p:cNvSpPr>
          <p:nvPr>
            <p:ph type="title"/>
          </p:nvPr>
        </p:nvSpPr>
        <p:spPr>
          <a:xfrm>
            <a:off x="284850" y="285900"/>
            <a:ext cx="6423900" cy="587700"/>
          </a:xfrm>
          <a:prstGeom prst="rect">
            <a:avLst/>
          </a:prstGeom>
          <a:noFill/>
          <a:ln>
            <a:noFill/>
          </a:ln>
        </p:spPr>
        <p:txBody>
          <a:bodyPr spcFirstLastPara="1" wrap="square" lIns="0" tIns="0" rIns="0" bIns="0" anchor="t" anchorCtr="0">
            <a:spAutoFit/>
          </a:bodyPr>
          <a:lstStyle>
            <a:lvl1pPr lvl="0">
              <a:lnSpc>
                <a:spcPct val="90000"/>
              </a:lnSpc>
              <a:spcBef>
                <a:spcPts val="0"/>
              </a:spcBef>
              <a:spcAft>
                <a:spcPts val="0"/>
              </a:spcAft>
              <a:buNone/>
              <a:defRPr sz="3600">
                <a:solidFill>
                  <a:schemeClr val="lt1"/>
                </a:solidFill>
                <a:latin typeface="Inter"/>
                <a:ea typeface="Inter"/>
                <a:cs typeface="Inter"/>
                <a:sym typeface="Inter"/>
              </a:defRPr>
            </a:lvl1pPr>
            <a:lvl2pPr lvl="1">
              <a:lnSpc>
                <a:spcPct val="115000"/>
              </a:lnSpc>
              <a:spcBef>
                <a:spcPts val="0"/>
              </a:spcBef>
              <a:spcAft>
                <a:spcPts val="0"/>
              </a:spcAft>
              <a:buNone/>
              <a:defRPr sz="3600">
                <a:solidFill>
                  <a:schemeClr val="lt1"/>
                </a:solidFill>
                <a:latin typeface="Inter"/>
                <a:ea typeface="Inter"/>
                <a:cs typeface="Inter"/>
                <a:sym typeface="Inter"/>
              </a:defRPr>
            </a:lvl2pPr>
            <a:lvl3pPr lvl="2">
              <a:lnSpc>
                <a:spcPct val="115000"/>
              </a:lnSpc>
              <a:spcBef>
                <a:spcPts val="0"/>
              </a:spcBef>
              <a:spcAft>
                <a:spcPts val="0"/>
              </a:spcAft>
              <a:buNone/>
              <a:defRPr sz="3600">
                <a:solidFill>
                  <a:schemeClr val="lt1"/>
                </a:solidFill>
                <a:latin typeface="Inter"/>
                <a:ea typeface="Inter"/>
                <a:cs typeface="Inter"/>
                <a:sym typeface="Inter"/>
              </a:defRPr>
            </a:lvl3pPr>
            <a:lvl4pPr lvl="3">
              <a:lnSpc>
                <a:spcPct val="115000"/>
              </a:lnSpc>
              <a:spcBef>
                <a:spcPts val="0"/>
              </a:spcBef>
              <a:spcAft>
                <a:spcPts val="0"/>
              </a:spcAft>
              <a:buNone/>
              <a:defRPr sz="3600">
                <a:solidFill>
                  <a:schemeClr val="lt1"/>
                </a:solidFill>
                <a:latin typeface="Inter"/>
                <a:ea typeface="Inter"/>
                <a:cs typeface="Inter"/>
                <a:sym typeface="Inter"/>
              </a:defRPr>
            </a:lvl4pPr>
            <a:lvl5pPr lvl="4">
              <a:lnSpc>
                <a:spcPct val="115000"/>
              </a:lnSpc>
              <a:spcBef>
                <a:spcPts val="0"/>
              </a:spcBef>
              <a:spcAft>
                <a:spcPts val="0"/>
              </a:spcAft>
              <a:buNone/>
              <a:defRPr sz="3600">
                <a:solidFill>
                  <a:schemeClr val="lt1"/>
                </a:solidFill>
                <a:latin typeface="Inter"/>
                <a:ea typeface="Inter"/>
                <a:cs typeface="Inter"/>
                <a:sym typeface="Inter"/>
              </a:defRPr>
            </a:lvl5pPr>
            <a:lvl6pPr lvl="5">
              <a:lnSpc>
                <a:spcPct val="115000"/>
              </a:lnSpc>
              <a:spcBef>
                <a:spcPts val="0"/>
              </a:spcBef>
              <a:spcAft>
                <a:spcPts val="0"/>
              </a:spcAft>
              <a:buNone/>
              <a:defRPr sz="3600">
                <a:solidFill>
                  <a:schemeClr val="lt1"/>
                </a:solidFill>
                <a:latin typeface="Inter"/>
                <a:ea typeface="Inter"/>
                <a:cs typeface="Inter"/>
                <a:sym typeface="Inter"/>
              </a:defRPr>
            </a:lvl6pPr>
            <a:lvl7pPr lvl="6">
              <a:lnSpc>
                <a:spcPct val="115000"/>
              </a:lnSpc>
              <a:spcBef>
                <a:spcPts val="0"/>
              </a:spcBef>
              <a:spcAft>
                <a:spcPts val="0"/>
              </a:spcAft>
              <a:buNone/>
              <a:defRPr sz="3600">
                <a:solidFill>
                  <a:schemeClr val="lt1"/>
                </a:solidFill>
                <a:latin typeface="Inter"/>
                <a:ea typeface="Inter"/>
                <a:cs typeface="Inter"/>
                <a:sym typeface="Inter"/>
              </a:defRPr>
            </a:lvl7pPr>
            <a:lvl8pPr lvl="7">
              <a:lnSpc>
                <a:spcPct val="115000"/>
              </a:lnSpc>
              <a:spcBef>
                <a:spcPts val="0"/>
              </a:spcBef>
              <a:spcAft>
                <a:spcPts val="0"/>
              </a:spcAft>
              <a:buNone/>
              <a:defRPr sz="3600">
                <a:solidFill>
                  <a:schemeClr val="lt1"/>
                </a:solidFill>
                <a:latin typeface="Inter"/>
                <a:ea typeface="Inter"/>
                <a:cs typeface="Inter"/>
                <a:sym typeface="Inter"/>
              </a:defRPr>
            </a:lvl8pPr>
            <a:lvl9pPr lvl="8">
              <a:lnSpc>
                <a:spcPct val="115000"/>
              </a:lnSpc>
              <a:spcBef>
                <a:spcPts val="0"/>
              </a:spcBef>
              <a:spcAft>
                <a:spcPts val="0"/>
              </a:spcAft>
              <a:buNone/>
              <a:defRPr sz="3600">
                <a:solidFill>
                  <a:schemeClr val="lt1"/>
                </a:solidFill>
                <a:latin typeface="Inter"/>
                <a:ea typeface="Inter"/>
                <a:cs typeface="Inter"/>
                <a:sym typeface="Inter"/>
              </a:defRPr>
            </a:lvl9pPr>
          </a:lstStyle>
          <a:p>
            <a:endParaRPr/>
          </a:p>
        </p:txBody>
      </p:sp>
      <p:sp>
        <p:nvSpPr>
          <p:cNvPr id="8" name="Google Shape;8;p1"/>
          <p:cNvSpPr txBox="1">
            <a:spLocks noGrp="1"/>
          </p:cNvSpPr>
          <p:nvPr>
            <p:ph type="sldNum" idx="12"/>
          </p:nvPr>
        </p:nvSpPr>
        <p:spPr>
          <a:xfrm>
            <a:off x="8308150" y="4782125"/>
            <a:ext cx="548700" cy="76200"/>
          </a:xfrm>
          <a:prstGeom prst="rect">
            <a:avLst/>
          </a:prstGeom>
          <a:noFill/>
          <a:ln>
            <a:noFill/>
          </a:ln>
        </p:spPr>
        <p:txBody>
          <a:bodyPr spcFirstLastPara="1" wrap="square" lIns="0" tIns="0" rIns="0" bIns="0" anchor="ctr" anchorCtr="0">
            <a:noAutofit/>
          </a:bodyPr>
          <a:lstStyle>
            <a:lvl1pPr lvl="0" algn="r">
              <a:buNone/>
              <a:defRPr sz="600">
                <a:solidFill>
                  <a:schemeClr val="lt1"/>
                </a:solidFill>
                <a:latin typeface="Inter"/>
                <a:ea typeface="Inter"/>
                <a:cs typeface="Inter"/>
                <a:sym typeface="Inter"/>
              </a:defRPr>
            </a:lvl1pPr>
            <a:lvl2pPr lvl="1" algn="r">
              <a:buNone/>
              <a:defRPr sz="600">
                <a:solidFill>
                  <a:schemeClr val="lt1"/>
                </a:solidFill>
                <a:latin typeface="Inter"/>
                <a:ea typeface="Inter"/>
                <a:cs typeface="Inter"/>
                <a:sym typeface="Inter"/>
              </a:defRPr>
            </a:lvl2pPr>
            <a:lvl3pPr lvl="2" algn="r">
              <a:buNone/>
              <a:defRPr sz="600">
                <a:solidFill>
                  <a:schemeClr val="lt1"/>
                </a:solidFill>
                <a:latin typeface="Inter"/>
                <a:ea typeface="Inter"/>
                <a:cs typeface="Inter"/>
                <a:sym typeface="Inter"/>
              </a:defRPr>
            </a:lvl3pPr>
            <a:lvl4pPr lvl="3" algn="r">
              <a:buNone/>
              <a:defRPr sz="600">
                <a:solidFill>
                  <a:schemeClr val="lt1"/>
                </a:solidFill>
                <a:latin typeface="Inter"/>
                <a:ea typeface="Inter"/>
                <a:cs typeface="Inter"/>
                <a:sym typeface="Inter"/>
              </a:defRPr>
            </a:lvl4pPr>
            <a:lvl5pPr lvl="4" algn="r">
              <a:buNone/>
              <a:defRPr sz="600">
                <a:solidFill>
                  <a:schemeClr val="lt1"/>
                </a:solidFill>
                <a:latin typeface="Inter"/>
                <a:ea typeface="Inter"/>
                <a:cs typeface="Inter"/>
                <a:sym typeface="Inter"/>
              </a:defRPr>
            </a:lvl5pPr>
            <a:lvl6pPr lvl="5" algn="r">
              <a:buNone/>
              <a:defRPr sz="600">
                <a:solidFill>
                  <a:schemeClr val="lt1"/>
                </a:solidFill>
                <a:latin typeface="Inter"/>
                <a:ea typeface="Inter"/>
                <a:cs typeface="Inter"/>
                <a:sym typeface="Inter"/>
              </a:defRPr>
            </a:lvl6pPr>
            <a:lvl7pPr lvl="6" algn="r">
              <a:buNone/>
              <a:defRPr sz="600">
                <a:solidFill>
                  <a:schemeClr val="lt1"/>
                </a:solidFill>
                <a:latin typeface="Inter"/>
                <a:ea typeface="Inter"/>
                <a:cs typeface="Inter"/>
                <a:sym typeface="Inter"/>
              </a:defRPr>
            </a:lvl7pPr>
            <a:lvl8pPr lvl="7" algn="r">
              <a:buNone/>
              <a:defRPr sz="600">
                <a:solidFill>
                  <a:schemeClr val="lt1"/>
                </a:solidFill>
                <a:latin typeface="Inter"/>
                <a:ea typeface="Inter"/>
                <a:cs typeface="Inter"/>
                <a:sym typeface="Inter"/>
              </a:defRPr>
            </a:lvl8pPr>
            <a:lvl9pPr lvl="8" algn="r">
              <a:buNone/>
              <a:defRPr sz="600">
                <a:solidFill>
                  <a:schemeClr val="lt1"/>
                </a:solidFill>
                <a:latin typeface="Inter"/>
                <a:ea typeface="Inter"/>
                <a:cs typeface="Inter"/>
                <a:sym typeface="Inter"/>
              </a:defRPr>
            </a:lvl9pPr>
          </a:lstStyle>
          <a:p>
            <a:pPr marL="0" lvl="0" indent="0" algn="r" rtl="0">
              <a:spcBef>
                <a:spcPts val="0"/>
              </a:spcBef>
              <a:spcAft>
                <a:spcPts val="0"/>
              </a:spcAft>
              <a:buNone/>
            </a:pPr>
            <a:fld id="{00000000-1234-1234-1234-123412341234}" type="slidenum">
              <a:rPr lang="en"/>
              <a:t>‹#›</a:t>
            </a:fld>
            <a:endParaRPr/>
          </a:p>
        </p:txBody>
      </p:sp>
      <p:sp>
        <p:nvSpPr>
          <p:cNvPr id="9" name="Google Shape;9;p1"/>
          <p:cNvSpPr txBox="1">
            <a:spLocks noGrp="1"/>
          </p:cNvSpPr>
          <p:nvPr>
            <p:ph type="title" idx="2"/>
          </p:nvPr>
        </p:nvSpPr>
        <p:spPr>
          <a:xfrm>
            <a:off x="288625" y="4778975"/>
            <a:ext cx="42273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0" name="Google Shape;10;p1"/>
          <p:cNvSpPr txBox="1">
            <a:spLocks noGrp="1"/>
          </p:cNvSpPr>
          <p:nvPr>
            <p:ph type="title" idx="3"/>
          </p:nvPr>
        </p:nvSpPr>
        <p:spPr>
          <a:xfrm>
            <a:off x="4629750" y="4778975"/>
            <a:ext cx="13284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1" name="Google Shape;11;p1"/>
          <p:cNvSpPr txBox="1">
            <a:spLocks noGrp="1"/>
          </p:cNvSpPr>
          <p:nvPr>
            <p:ph type="title" idx="4"/>
          </p:nvPr>
        </p:nvSpPr>
        <p:spPr>
          <a:xfrm>
            <a:off x="6086100" y="4778975"/>
            <a:ext cx="1328400" cy="76200"/>
          </a:xfrm>
          <a:prstGeom prst="rect">
            <a:avLst/>
          </a:prstGeom>
          <a:noFill/>
          <a:ln>
            <a:noFill/>
          </a:ln>
        </p:spPr>
        <p:txBody>
          <a:bodyPr spcFirstLastPara="1" wrap="square" lIns="0" tIns="0" rIns="0" bIns="0" anchor="ctr" anchorCtr="0">
            <a:noAutofit/>
          </a:bodyPr>
          <a:lstStyle>
            <a:lvl1pPr lvl="0">
              <a:spcBef>
                <a:spcPts val="0"/>
              </a:spcBef>
              <a:spcAft>
                <a:spcPts val="0"/>
              </a:spcAft>
              <a:buClr>
                <a:schemeClr val="lt1"/>
              </a:buClr>
              <a:buSzPts val="600"/>
              <a:buFont typeface="Inter"/>
              <a:buNone/>
              <a:defRPr sz="600">
                <a:solidFill>
                  <a:schemeClr val="lt1"/>
                </a:solidFill>
                <a:latin typeface="Inter"/>
                <a:ea typeface="Inter"/>
                <a:cs typeface="Inter"/>
                <a:sym typeface="Inter"/>
              </a:defRPr>
            </a:lvl1pPr>
            <a:lvl2pPr lvl="1">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2" name="Google Shape;12;p1"/>
          <p:cNvSpPr txBox="1">
            <a:spLocks noGrp="1"/>
          </p:cNvSpPr>
          <p:nvPr>
            <p:ph type="body" idx="5"/>
          </p:nvPr>
        </p:nvSpPr>
        <p:spPr>
          <a:xfrm>
            <a:off x="4239825" y="1398125"/>
            <a:ext cx="3648900" cy="22791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5579">
          <p15:clr>
            <a:srgbClr val="E46962"/>
          </p15:clr>
        </p15:guide>
        <p15:guide id="2" pos="179">
          <p15:clr>
            <a:srgbClr val="E46962"/>
          </p15:clr>
        </p15:guide>
        <p15:guide id="3" orient="horz" pos="180">
          <p15:clr>
            <a:srgbClr val="E46962"/>
          </p15:clr>
        </p15:guide>
        <p15:guide id="4" orient="horz" pos="3060">
          <p15:clr>
            <a:srgbClr val="E46962"/>
          </p15:clr>
        </p15:guide>
        <p15:guide id="5" pos="2842">
          <p15:clr>
            <a:srgbClr val="E46962"/>
          </p15:clr>
        </p15:guide>
        <p15:guide id="6" pos="2916">
          <p15:clr>
            <a:srgbClr val="E46962"/>
          </p15:clr>
        </p15:guide>
        <p15:guide id="7" pos="1474">
          <p15:clr>
            <a:srgbClr val="E46962"/>
          </p15:clr>
        </p15:guide>
        <p15:guide id="8" pos="1548">
          <p15:clr>
            <a:srgbClr val="E46962"/>
          </p15:clr>
        </p15:guide>
        <p15:guide id="9" pos="4211">
          <p15:clr>
            <a:srgbClr val="E46962"/>
          </p15:clr>
        </p15:guide>
        <p15:guide id="10" pos="4285">
          <p15:clr>
            <a:srgbClr val="E46962"/>
          </p15:clr>
        </p15:guide>
        <p15:guide id="11" pos="3753">
          <p15:clr>
            <a:srgbClr val="E46962"/>
          </p15:clr>
        </p15:guide>
        <p15:guide id="12" pos="3834">
          <p15:clr>
            <a:srgbClr val="E46962"/>
          </p15:clr>
        </p15:guide>
        <p15:guide id="13" pos="1926">
          <p15:clr>
            <a:srgbClr val="E46962"/>
          </p15:clr>
        </p15:guide>
        <p15:guide id="14" pos="2007">
          <p15:clr>
            <a:srgbClr val="E46962"/>
          </p15:clr>
        </p15:guide>
        <p15:guide id="15" orient="horz" pos="299">
          <p15:clr>
            <a:srgbClr val="E46962"/>
          </p15:clr>
        </p15:guide>
        <p15:guide id="16" orient="horz" pos="2950">
          <p15:clr>
            <a:srgbClr val="E46962"/>
          </p15:clr>
        </p15:guide>
        <p15:guide id="17" orient="horz" pos="907">
          <p15:clr>
            <a:srgbClr val="E46962"/>
          </p15:clr>
        </p15:guide>
        <p15:guide id="18" orient="horz" pos="980">
          <p15:clr>
            <a:srgbClr val="E46962"/>
          </p15:clr>
        </p15:guide>
        <p15:guide id="19" orient="horz" pos="1588">
          <p15:clr>
            <a:srgbClr val="E46962"/>
          </p15:clr>
        </p15:guide>
        <p15:guide id="20" orient="horz" pos="1661">
          <p15:clr>
            <a:srgbClr val="E46962"/>
          </p15:clr>
        </p15:guide>
        <p15:guide id="21" orient="horz" pos="2269">
          <p15:clr>
            <a:srgbClr val="E46962"/>
          </p15:clr>
        </p15:guide>
        <p15:guide id="22" orient="horz" pos="2341">
          <p15:clr>
            <a:srgbClr val="E46962"/>
          </p15:clr>
        </p15:guide>
        <p15:guide id="23" orient="horz" pos="3012">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47"/>
          <p:cNvSpPr txBox="1">
            <a:spLocks noGrp="1"/>
          </p:cNvSpPr>
          <p:nvPr>
            <p:ph type="sldNum" idx="12"/>
          </p:nvPr>
        </p:nvSpPr>
        <p:spPr>
          <a:xfrm>
            <a:off x="8308150" y="4782125"/>
            <a:ext cx="548700" cy="76200"/>
          </a:xfrm>
          <a:prstGeom prst="rect">
            <a:avLst/>
          </a:prstGeom>
        </p:spPr>
        <p:txBody>
          <a:bodyPr spcFirstLastPara="1" wrap="square" lIns="0" tIns="0" rIns="0" bIns="0" anchor="t" anchorCtr="0">
            <a:noAutofit/>
          </a:bodyPr>
          <a:lstStyle/>
          <a:p>
            <a:pPr marL="0" lvl="0" indent="0" algn="r" rtl="0">
              <a:spcBef>
                <a:spcPts val="0"/>
              </a:spcBef>
              <a:spcAft>
                <a:spcPts val="0"/>
              </a:spcAft>
              <a:buNone/>
            </a:pPr>
            <a:fld id="{00000000-1234-1234-1234-123412341234}" type="slidenum">
              <a:rPr lang="en"/>
              <a:t>1</a:t>
            </a:fld>
            <a:endParaRPr/>
          </a:p>
        </p:txBody>
      </p:sp>
      <p:sp>
        <p:nvSpPr>
          <p:cNvPr id="362" name="Google Shape;362;p47"/>
          <p:cNvSpPr txBox="1">
            <a:spLocks noGrp="1"/>
          </p:cNvSpPr>
          <p:nvPr>
            <p:ph type="title"/>
          </p:nvPr>
        </p:nvSpPr>
        <p:spPr>
          <a:xfrm>
            <a:off x="283850" y="224400"/>
            <a:ext cx="6683700" cy="1629900"/>
          </a:xfrm>
          <a:prstGeom prst="rect">
            <a:avLst/>
          </a:prstGeom>
        </p:spPr>
        <p:txBody>
          <a:bodyPr spcFirstLastPara="1" wrap="square" lIns="0" tIns="91425" rIns="91425" bIns="91425" anchor="t" anchorCtr="0">
            <a:noAutofit/>
          </a:bodyPr>
          <a:lstStyle/>
          <a:p>
            <a:pPr marL="0" lvl="0" indent="0" algn="l" rtl="0">
              <a:lnSpc>
                <a:spcPct val="90000"/>
              </a:lnSpc>
              <a:spcBef>
                <a:spcPts val="0"/>
              </a:spcBef>
              <a:spcAft>
                <a:spcPts val="0"/>
              </a:spcAft>
              <a:buClr>
                <a:schemeClr val="lt1"/>
              </a:buClr>
              <a:buSzPts val="1100"/>
              <a:buFont typeface="Arial"/>
              <a:buNone/>
            </a:pPr>
            <a:r>
              <a:rPr lang="en" sz="4400"/>
              <a:t>Riding the Data:</a:t>
            </a:r>
            <a:endParaRPr sz="4400"/>
          </a:p>
          <a:p>
            <a:pPr marL="0" lvl="0" indent="0" algn="l" rtl="0">
              <a:lnSpc>
                <a:spcPct val="90000"/>
              </a:lnSpc>
              <a:spcBef>
                <a:spcPts val="0"/>
              </a:spcBef>
              <a:spcAft>
                <a:spcPts val="0"/>
              </a:spcAft>
              <a:buNone/>
            </a:pPr>
            <a:r>
              <a:rPr lang="en" sz="3300"/>
              <a:t>An Analysis of NYC’s Taxi Economy</a:t>
            </a:r>
            <a:endParaRPr sz="3300"/>
          </a:p>
        </p:txBody>
      </p:sp>
      <p:sp>
        <p:nvSpPr>
          <p:cNvPr id="363" name="Google Shape;363;p47"/>
          <p:cNvSpPr txBox="1">
            <a:spLocks noGrp="1"/>
          </p:cNvSpPr>
          <p:nvPr>
            <p:ph type="title" idx="2"/>
          </p:nvPr>
        </p:nvSpPr>
        <p:spPr>
          <a:xfrm>
            <a:off x="284850" y="4757100"/>
            <a:ext cx="6923400" cy="268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1200" dirty="0"/>
              <a:t>A Presentation by Hesham Mushtaq</a:t>
            </a:r>
            <a:endParaRPr sz="1200" dirty="0"/>
          </a:p>
          <a:p>
            <a:pPr marL="0" lvl="0" indent="0" algn="l" rtl="0">
              <a:spcBef>
                <a:spcPts val="0"/>
              </a:spcBef>
              <a:spcAft>
                <a:spcPts val="0"/>
              </a:spcAft>
              <a:buNone/>
            </a:pPr>
            <a:endParaRPr sz="1200" dirty="0"/>
          </a:p>
        </p:txBody>
      </p:sp>
      <p:cxnSp>
        <p:nvCxnSpPr>
          <p:cNvPr id="364" name="Google Shape;364;p47"/>
          <p:cNvCxnSpPr/>
          <p:nvPr/>
        </p:nvCxnSpPr>
        <p:spPr>
          <a:xfrm>
            <a:off x="283850" y="4683734"/>
            <a:ext cx="8573100" cy="0"/>
          </a:xfrm>
          <a:prstGeom prst="straightConnector1">
            <a:avLst/>
          </a:prstGeom>
          <a:noFill/>
          <a:ln w="9525" cap="flat" cmpd="sng">
            <a:solidFill>
              <a:schemeClr val="lt1"/>
            </a:solidFill>
            <a:prstDash val="solid"/>
            <a:round/>
            <a:headEnd type="none" w="med" len="med"/>
            <a:tailEnd type="none" w="med" len="med"/>
          </a:ln>
        </p:spPr>
      </p:cxnSp>
      <p:sp>
        <p:nvSpPr>
          <p:cNvPr id="365" name="Google Shape;365;p47"/>
          <p:cNvSpPr/>
          <p:nvPr/>
        </p:nvSpPr>
        <p:spPr>
          <a:xfrm>
            <a:off x="484225" y="1964000"/>
            <a:ext cx="2701500" cy="25368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Inter"/>
              <a:ea typeface="Inter"/>
              <a:cs typeface="Inter"/>
              <a:sym typeface="Inter"/>
            </a:endParaRPr>
          </a:p>
        </p:txBody>
      </p:sp>
      <p:pic>
        <p:nvPicPr>
          <p:cNvPr id="366" name="Google Shape;366;p47" title="[CITYPNG.COM]Transparent HD NYC Taxi Yellow Silhouette - 1500x1500.png"/>
          <p:cNvPicPr preferRelativeResize="0"/>
          <p:nvPr/>
        </p:nvPicPr>
        <p:blipFill>
          <a:blip r:embed="rId3">
            <a:alphaModFix/>
          </a:blip>
          <a:stretch>
            <a:fillRect/>
          </a:stretch>
        </p:blipFill>
        <p:spPr>
          <a:xfrm>
            <a:off x="457000" y="1854412"/>
            <a:ext cx="2755950" cy="27559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48"/>
          <p:cNvSpPr txBox="1">
            <a:spLocks noGrp="1"/>
          </p:cNvSpPr>
          <p:nvPr>
            <p:ph type="title"/>
          </p:nvPr>
        </p:nvSpPr>
        <p:spPr>
          <a:xfrm>
            <a:off x="284850" y="285900"/>
            <a:ext cx="6423900" cy="575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4400"/>
              <a:t>Dataset Overview</a:t>
            </a:r>
            <a:endParaRPr sz="4400"/>
          </a:p>
        </p:txBody>
      </p:sp>
      <p:sp>
        <p:nvSpPr>
          <p:cNvPr id="372" name="Google Shape;372;p48"/>
          <p:cNvSpPr txBox="1"/>
          <p:nvPr/>
        </p:nvSpPr>
        <p:spPr>
          <a:xfrm>
            <a:off x="365425" y="950125"/>
            <a:ext cx="8450700" cy="36087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lt1"/>
              </a:buClr>
              <a:buSzPts val="2100"/>
              <a:buFont typeface="Inter"/>
              <a:buChar char="●"/>
            </a:pPr>
            <a:r>
              <a:rPr lang="en" sz="2100">
                <a:solidFill>
                  <a:schemeClr val="lt1"/>
                </a:solidFill>
                <a:latin typeface="Inter"/>
                <a:ea typeface="Inter"/>
                <a:cs typeface="Inter"/>
                <a:sym typeface="Inter"/>
              </a:rPr>
              <a:t>Source: Kaggle (anandshaw2001/taxi-dataset)</a:t>
            </a:r>
            <a:endParaRPr sz="2100">
              <a:solidFill>
                <a:schemeClr val="lt1"/>
              </a:solidFill>
              <a:latin typeface="Inter"/>
              <a:ea typeface="Inter"/>
              <a:cs typeface="Inter"/>
              <a:sym typeface="Inter"/>
            </a:endParaRPr>
          </a:p>
          <a:p>
            <a:pPr marL="457200" lvl="0" indent="-361950" algn="l" rtl="0">
              <a:spcBef>
                <a:spcPts val="0"/>
              </a:spcBef>
              <a:spcAft>
                <a:spcPts val="0"/>
              </a:spcAft>
              <a:buClr>
                <a:schemeClr val="lt1"/>
              </a:buClr>
              <a:buSzPts val="2100"/>
              <a:buFont typeface="Inter"/>
              <a:buChar char="●"/>
            </a:pPr>
            <a:r>
              <a:rPr lang="en" sz="2100">
                <a:solidFill>
                  <a:schemeClr val="lt1"/>
                </a:solidFill>
                <a:latin typeface="Inter"/>
                <a:ea typeface="Inter"/>
                <a:cs typeface="Inter"/>
                <a:sym typeface="Inter"/>
              </a:rPr>
              <a:t>Time period: January-February 2020</a:t>
            </a:r>
            <a:endParaRPr sz="2100">
              <a:solidFill>
                <a:schemeClr val="lt1"/>
              </a:solidFill>
              <a:latin typeface="Inter"/>
              <a:ea typeface="Inter"/>
              <a:cs typeface="Inter"/>
              <a:sym typeface="Inter"/>
            </a:endParaRPr>
          </a:p>
          <a:p>
            <a:pPr marL="457200" lvl="0" indent="-361950" algn="l" rtl="0">
              <a:spcBef>
                <a:spcPts val="0"/>
              </a:spcBef>
              <a:spcAft>
                <a:spcPts val="0"/>
              </a:spcAft>
              <a:buClr>
                <a:schemeClr val="lt1"/>
              </a:buClr>
              <a:buSzPts val="2100"/>
              <a:buFont typeface="Inter"/>
              <a:buChar char="●"/>
            </a:pPr>
            <a:r>
              <a:rPr lang="en" sz="2100">
                <a:solidFill>
                  <a:schemeClr val="lt1"/>
                </a:solidFill>
                <a:latin typeface="Inter"/>
                <a:ea typeface="Inter"/>
                <a:cs typeface="Inter"/>
                <a:sym typeface="Inter"/>
              </a:rPr>
              <a:t>Size: 11.9 million trips</a:t>
            </a:r>
            <a:endParaRPr sz="2100">
              <a:solidFill>
                <a:schemeClr val="lt1"/>
              </a:solidFill>
              <a:latin typeface="Inter"/>
              <a:ea typeface="Inter"/>
              <a:cs typeface="Inter"/>
              <a:sym typeface="Inter"/>
            </a:endParaRPr>
          </a:p>
          <a:p>
            <a:pPr marL="457200" lvl="0" indent="-361950" algn="l" rtl="0">
              <a:spcBef>
                <a:spcPts val="0"/>
              </a:spcBef>
              <a:spcAft>
                <a:spcPts val="0"/>
              </a:spcAft>
              <a:buClr>
                <a:schemeClr val="lt1"/>
              </a:buClr>
              <a:buSzPts val="2100"/>
              <a:buFont typeface="Inter"/>
              <a:buChar char="●"/>
            </a:pPr>
            <a:r>
              <a:rPr lang="en" sz="2100">
                <a:solidFill>
                  <a:schemeClr val="lt1"/>
                </a:solidFill>
                <a:latin typeface="Inter"/>
                <a:ea typeface="Inter"/>
                <a:cs typeface="Inter"/>
                <a:sym typeface="Inter"/>
              </a:rPr>
              <a:t>Key fields: pickup/dropoff times &amp; locations, fares, payment types, distances</a:t>
            </a:r>
            <a:endParaRPr sz="2100">
              <a:solidFill>
                <a:schemeClr val="lt1"/>
              </a:solidFill>
              <a:latin typeface="Inter"/>
              <a:ea typeface="Inter"/>
              <a:cs typeface="Inter"/>
              <a:sym typeface="Inter"/>
            </a:endParaRPr>
          </a:p>
          <a:p>
            <a:pPr marL="457200" lvl="0" indent="-361950" algn="l" rtl="0">
              <a:spcBef>
                <a:spcPts val="0"/>
              </a:spcBef>
              <a:spcAft>
                <a:spcPts val="0"/>
              </a:spcAft>
              <a:buClr>
                <a:schemeClr val="lt1"/>
              </a:buClr>
              <a:buSzPts val="2100"/>
              <a:buFont typeface="Inter"/>
              <a:buChar char="●"/>
            </a:pPr>
            <a:r>
              <a:rPr lang="en" sz="2100">
                <a:solidFill>
                  <a:schemeClr val="lt1"/>
                </a:solidFill>
                <a:latin typeface="Inter"/>
                <a:ea typeface="Inter"/>
                <a:cs typeface="Inter"/>
                <a:sym typeface="Inter"/>
              </a:rPr>
              <a:t>Why this matters: With Uber, Lyft, and Citi Bike disrupting urban transportation, traditional taxis must leverage data to compete. Our analysis reveals strategic opportunities for taxis to optimize routes, pricing, and service hours to reclaim market share in NYC's gig economy.</a:t>
            </a:r>
            <a:endParaRPr sz="2100">
              <a:solidFill>
                <a:schemeClr val="lt1"/>
              </a:solidFill>
              <a:latin typeface="Inter"/>
              <a:ea typeface="Inter"/>
              <a:cs typeface="Inter"/>
              <a:sym typeface="Inter"/>
            </a:endParaRPr>
          </a:p>
          <a:p>
            <a:pPr marL="0" lvl="0" indent="0" algn="l" rtl="0">
              <a:spcBef>
                <a:spcPts val="0"/>
              </a:spcBef>
              <a:spcAft>
                <a:spcPts val="0"/>
              </a:spcAft>
              <a:buNone/>
            </a:pPr>
            <a:endParaRPr sz="1200">
              <a:solidFill>
                <a:schemeClr val="lt1"/>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49"/>
          <p:cNvGraphicFramePr/>
          <p:nvPr/>
        </p:nvGraphicFramePr>
        <p:xfrm>
          <a:off x="2840600" y="1563150"/>
          <a:ext cx="3000000" cy="3000000"/>
        </p:xfrm>
        <a:graphic>
          <a:graphicData uri="http://schemas.openxmlformats.org/drawingml/2006/table">
            <a:tbl>
              <a:tblPr>
                <a:noFill/>
                <a:tableStyleId>{D72AD74E-198E-481B-9957-9AAFB6DA0A3A}</a:tableStyleId>
              </a:tblPr>
              <a:tblGrid>
                <a:gridCol w="1059375">
                  <a:extLst>
                    <a:ext uri="{9D8B030D-6E8A-4147-A177-3AD203B41FA5}">
                      <a16:colId xmlns:a16="http://schemas.microsoft.com/office/drawing/2014/main" val="20000"/>
                    </a:ext>
                  </a:extLst>
                </a:gridCol>
                <a:gridCol w="1059375">
                  <a:extLst>
                    <a:ext uri="{9D8B030D-6E8A-4147-A177-3AD203B41FA5}">
                      <a16:colId xmlns:a16="http://schemas.microsoft.com/office/drawing/2014/main" val="20001"/>
                    </a:ext>
                  </a:extLst>
                </a:gridCol>
              </a:tblGrid>
              <a:tr h="297000">
                <a:tc>
                  <a:txBody>
                    <a:bodyPr/>
                    <a:lstStyle/>
                    <a:p>
                      <a:pPr marL="0" lvl="0" indent="0" algn="l" rtl="0">
                        <a:spcBef>
                          <a:spcPts val="0"/>
                        </a:spcBef>
                        <a:spcAft>
                          <a:spcPts val="0"/>
                        </a:spcAft>
                        <a:buNone/>
                      </a:pPr>
                      <a:r>
                        <a:rPr lang="en"/>
                        <a:t>year</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r>
                        <a:rPr lang="en"/>
                        <a:t>ride_count</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297000">
                <a:tc>
                  <a:txBody>
                    <a:bodyPr/>
                    <a:lstStyle/>
                    <a:p>
                      <a:pPr marL="0" lvl="0" indent="0" algn="l" rtl="0">
                        <a:spcBef>
                          <a:spcPts val="0"/>
                        </a:spcBef>
                        <a:spcAft>
                          <a:spcPts val="0"/>
                        </a:spcAft>
                        <a:buNone/>
                      </a:pPr>
                      <a:r>
                        <a:rPr lang="en"/>
                        <a:t>2003</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297000">
                <a:tc>
                  <a:txBody>
                    <a:bodyPr/>
                    <a:lstStyle/>
                    <a:p>
                      <a:pPr marL="0" lvl="0" indent="0" algn="l" rtl="0">
                        <a:spcBef>
                          <a:spcPts val="0"/>
                        </a:spcBef>
                        <a:spcAft>
                          <a:spcPts val="0"/>
                        </a:spcAft>
                        <a:buNone/>
                      </a:pPr>
                      <a:r>
                        <a:rPr lang="en"/>
                        <a:t>2008</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16</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297000">
                <a:tc>
                  <a:txBody>
                    <a:bodyPr/>
                    <a:lstStyle/>
                    <a:p>
                      <a:pPr marL="0" lvl="0" indent="0" algn="l" rtl="0">
                        <a:spcBef>
                          <a:spcPts val="0"/>
                        </a:spcBef>
                        <a:spcAft>
                          <a:spcPts val="0"/>
                        </a:spcAft>
                        <a:buNone/>
                      </a:pPr>
                      <a:r>
                        <a:rPr lang="en"/>
                        <a:t>2009</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40</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297000">
                <a:tc>
                  <a:txBody>
                    <a:bodyPr/>
                    <a:lstStyle/>
                    <a:p>
                      <a:pPr marL="0" lvl="0" indent="0" algn="l" rtl="0">
                        <a:spcBef>
                          <a:spcPts val="0"/>
                        </a:spcBef>
                        <a:spcAft>
                          <a:spcPts val="0"/>
                        </a:spcAft>
                        <a:buNone/>
                      </a:pPr>
                      <a:r>
                        <a:rPr lang="en"/>
                        <a:t>2019</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131</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297000">
                <a:tc>
                  <a:txBody>
                    <a:bodyPr/>
                    <a:lstStyle/>
                    <a:p>
                      <a:pPr marL="0" lvl="0" indent="0" algn="l" rtl="0">
                        <a:spcBef>
                          <a:spcPts val="0"/>
                        </a:spcBef>
                        <a:spcAft>
                          <a:spcPts val="0"/>
                        </a:spcAft>
                        <a:buNone/>
                      </a:pPr>
                      <a:r>
                        <a:rPr lang="en"/>
                        <a:t>2020</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11916471</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r h="297000">
                <a:tc>
                  <a:txBody>
                    <a:bodyPr/>
                    <a:lstStyle/>
                    <a:p>
                      <a:pPr marL="0" lvl="0" indent="0" algn="l" rtl="0">
                        <a:spcBef>
                          <a:spcPts val="0"/>
                        </a:spcBef>
                        <a:spcAft>
                          <a:spcPts val="0"/>
                        </a:spcAft>
                        <a:buNone/>
                      </a:pPr>
                      <a:r>
                        <a:rPr lang="en"/>
                        <a:t>2021</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3</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378" name="Google Shape;378;p49"/>
          <p:cNvSpPr txBox="1">
            <a:spLocks noGrp="1"/>
          </p:cNvSpPr>
          <p:nvPr>
            <p:ph type="title"/>
          </p:nvPr>
        </p:nvSpPr>
        <p:spPr>
          <a:xfrm>
            <a:off x="284850" y="285900"/>
            <a:ext cx="6423900" cy="575700"/>
          </a:xfrm>
          <a:prstGeom prst="rect">
            <a:avLst/>
          </a:prstGeom>
          <a:ln>
            <a:noFill/>
          </a:ln>
        </p:spPr>
        <p:txBody>
          <a:bodyPr spcFirstLastPara="1" wrap="square" lIns="0" tIns="0" rIns="0" bIns="0" anchor="t" anchorCtr="0">
            <a:spAutoFit/>
          </a:bodyPr>
          <a:lstStyle/>
          <a:p>
            <a:pPr marL="0" lvl="0" indent="0" algn="l" rtl="0">
              <a:spcBef>
                <a:spcPts val="0"/>
              </a:spcBef>
              <a:spcAft>
                <a:spcPts val="0"/>
              </a:spcAft>
              <a:buNone/>
            </a:pPr>
            <a:r>
              <a:rPr lang="en" sz="4400"/>
              <a:t>Dataset Overview</a:t>
            </a:r>
            <a:endParaRPr sz="4400"/>
          </a:p>
        </p:txBody>
      </p:sp>
      <p:graphicFrame>
        <p:nvGraphicFramePr>
          <p:cNvPr id="379" name="Google Shape;379;p49"/>
          <p:cNvGraphicFramePr/>
          <p:nvPr/>
        </p:nvGraphicFramePr>
        <p:xfrm>
          <a:off x="283850" y="1044375"/>
          <a:ext cx="3000000" cy="3000000"/>
        </p:xfrm>
        <a:graphic>
          <a:graphicData uri="http://schemas.openxmlformats.org/drawingml/2006/table">
            <a:tbl>
              <a:tblPr>
                <a:noFill/>
                <a:tableStyleId>{D72AD74E-198E-481B-9957-9AAFB6DA0A3A}</a:tableStyleId>
              </a:tblPr>
              <a:tblGrid>
                <a:gridCol w="1386900">
                  <a:extLst>
                    <a:ext uri="{9D8B030D-6E8A-4147-A177-3AD203B41FA5}">
                      <a16:colId xmlns:a16="http://schemas.microsoft.com/office/drawing/2014/main" val="20000"/>
                    </a:ext>
                  </a:extLst>
                </a:gridCol>
              </a:tblGrid>
              <a:tr h="364225">
                <a:tc>
                  <a:txBody>
                    <a:bodyPr/>
                    <a:lstStyle/>
                    <a:p>
                      <a:pPr marL="0" lvl="0" indent="0" algn="ctr" rtl="0">
                        <a:spcBef>
                          <a:spcPts val="0"/>
                        </a:spcBef>
                        <a:spcAft>
                          <a:spcPts val="0"/>
                        </a:spcAft>
                        <a:buNone/>
                      </a:pPr>
                      <a:r>
                        <a:rPr lang="en"/>
                        <a:t>total_rows</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364225">
                <a:tc>
                  <a:txBody>
                    <a:bodyPr/>
                    <a:lstStyle/>
                    <a:p>
                      <a:pPr marL="0" lvl="0" indent="0" algn="ctr" rtl="0">
                        <a:spcBef>
                          <a:spcPts val="0"/>
                        </a:spcBef>
                        <a:spcAft>
                          <a:spcPts val="0"/>
                        </a:spcAft>
                        <a:buNone/>
                      </a:pPr>
                      <a:r>
                        <a:rPr lang="en"/>
                        <a:t>11916662</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80" name="Google Shape;380;p49"/>
          <p:cNvSpPr/>
          <p:nvPr/>
        </p:nvSpPr>
        <p:spPr>
          <a:xfrm rot="10341286" flipH="1">
            <a:off x="1273498" y="2123197"/>
            <a:ext cx="1077881" cy="1653329"/>
          </a:xfrm>
          <a:prstGeom prst="bentArrow">
            <a:avLst>
              <a:gd name="adj1" fmla="val 25427"/>
              <a:gd name="adj2" fmla="val 27122"/>
              <a:gd name="adj3" fmla="val 25000"/>
              <a:gd name="adj4" fmla="val 4375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aphicFrame>
        <p:nvGraphicFramePr>
          <p:cNvPr id="381" name="Google Shape;381;p49"/>
          <p:cNvGraphicFramePr/>
          <p:nvPr/>
        </p:nvGraphicFramePr>
        <p:xfrm>
          <a:off x="6708750" y="716775"/>
          <a:ext cx="3000000" cy="3000000"/>
        </p:xfrm>
        <a:graphic>
          <a:graphicData uri="http://schemas.openxmlformats.org/drawingml/2006/table">
            <a:tbl>
              <a:tblPr>
                <a:noFill/>
                <a:tableStyleId>{D72AD74E-198E-481B-9957-9AAFB6DA0A3A}</a:tableStyleId>
              </a:tblPr>
              <a:tblGrid>
                <a:gridCol w="1116675">
                  <a:extLst>
                    <a:ext uri="{9D8B030D-6E8A-4147-A177-3AD203B41FA5}">
                      <a16:colId xmlns:a16="http://schemas.microsoft.com/office/drawing/2014/main" val="20000"/>
                    </a:ext>
                  </a:extLst>
                </a:gridCol>
                <a:gridCol w="1116675">
                  <a:extLst>
                    <a:ext uri="{9D8B030D-6E8A-4147-A177-3AD203B41FA5}">
                      <a16:colId xmlns:a16="http://schemas.microsoft.com/office/drawing/2014/main" val="20001"/>
                    </a:ext>
                  </a:extLst>
                </a:gridCol>
              </a:tblGrid>
              <a:tr h="262225">
                <a:tc>
                  <a:txBody>
                    <a:bodyPr/>
                    <a:lstStyle/>
                    <a:p>
                      <a:pPr marL="0" lvl="0" indent="0" algn="l" rtl="0">
                        <a:spcBef>
                          <a:spcPts val="0"/>
                        </a:spcBef>
                        <a:spcAft>
                          <a:spcPts val="0"/>
                        </a:spcAft>
                        <a:buNone/>
                      </a:pPr>
                      <a:r>
                        <a:rPr lang="en"/>
                        <a:t>month</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r>
                        <a:rPr lang="en"/>
                        <a:t>ride_count</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262225">
                <a:tc>
                  <a:txBody>
                    <a:bodyPr/>
                    <a:lstStyle/>
                    <a:p>
                      <a:pPr marL="0" lvl="0" indent="0" algn="l" rtl="0">
                        <a:spcBef>
                          <a:spcPts val="0"/>
                        </a:spcBef>
                        <a:spcAft>
                          <a:spcPts val="0"/>
                        </a:spcAft>
                        <a:buNone/>
                      </a:pPr>
                      <a:r>
                        <a:rPr lang="en"/>
                        <a:t>January</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6405027</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262225">
                <a:tc>
                  <a:txBody>
                    <a:bodyPr/>
                    <a:lstStyle/>
                    <a:p>
                      <a:pPr marL="0" lvl="0" indent="0" algn="l" rtl="0">
                        <a:spcBef>
                          <a:spcPts val="0"/>
                        </a:spcBef>
                        <a:spcAft>
                          <a:spcPts val="0"/>
                        </a:spcAft>
                        <a:buNone/>
                      </a:pPr>
                      <a:r>
                        <a:rPr lang="en"/>
                        <a:t>February</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5485369</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262225">
                <a:tc>
                  <a:txBody>
                    <a:bodyPr/>
                    <a:lstStyle/>
                    <a:p>
                      <a:pPr marL="0" lvl="0" indent="0" algn="l" rtl="0">
                        <a:spcBef>
                          <a:spcPts val="0"/>
                        </a:spcBef>
                        <a:spcAft>
                          <a:spcPts val="0"/>
                        </a:spcAft>
                        <a:buNone/>
                      </a:pPr>
                      <a:r>
                        <a:rPr lang="en"/>
                        <a:t>March</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12</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262225">
                <a:tc>
                  <a:txBody>
                    <a:bodyPr/>
                    <a:lstStyle/>
                    <a:p>
                      <a:pPr marL="0" lvl="0" indent="0" algn="l" rtl="0">
                        <a:spcBef>
                          <a:spcPts val="0"/>
                        </a:spcBef>
                        <a:spcAft>
                          <a:spcPts val="0"/>
                        </a:spcAft>
                        <a:buNone/>
                      </a:pPr>
                      <a:r>
                        <a:rPr lang="en"/>
                        <a:t>April</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4</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262225">
                <a:tc>
                  <a:txBody>
                    <a:bodyPr/>
                    <a:lstStyle/>
                    <a:p>
                      <a:pPr marL="0" lvl="0" indent="0" algn="l" rtl="0">
                        <a:spcBef>
                          <a:spcPts val="0"/>
                        </a:spcBef>
                        <a:spcAft>
                          <a:spcPts val="0"/>
                        </a:spcAft>
                        <a:buNone/>
                      </a:pPr>
                      <a:r>
                        <a:rPr lang="en"/>
                        <a:t>May</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9</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r h="262225">
                <a:tc>
                  <a:txBody>
                    <a:bodyPr/>
                    <a:lstStyle/>
                    <a:p>
                      <a:pPr marL="0" lvl="0" indent="0" algn="l" rtl="0">
                        <a:spcBef>
                          <a:spcPts val="0"/>
                        </a:spcBef>
                        <a:spcAft>
                          <a:spcPts val="0"/>
                        </a:spcAft>
                        <a:buNone/>
                      </a:pPr>
                      <a:r>
                        <a:rPr lang="en"/>
                        <a:t>June</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1</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6"/>
                  </a:ext>
                </a:extLst>
              </a:tr>
              <a:tr h="262225">
                <a:tc>
                  <a:txBody>
                    <a:bodyPr/>
                    <a:lstStyle/>
                    <a:p>
                      <a:pPr marL="0" lvl="0" indent="0" algn="l" rtl="0">
                        <a:spcBef>
                          <a:spcPts val="0"/>
                        </a:spcBef>
                        <a:spcAft>
                          <a:spcPts val="0"/>
                        </a:spcAft>
                        <a:buNone/>
                      </a:pPr>
                      <a:r>
                        <a:rPr lang="en"/>
                        <a:t>July</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r" rtl="0">
                        <a:spcBef>
                          <a:spcPts val="0"/>
                        </a:spcBef>
                        <a:spcAft>
                          <a:spcPts val="0"/>
                        </a:spcAft>
                        <a:buNone/>
                      </a:pPr>
                      <a:r>
                        <a:rPr lang="en"/>
                        <a:t>26049</a:t>
                      </a:r>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382" name="Google Shape;382;p49"/>
          <p:cNvSpPr/>
          <p:nvPr/>
        </p:nvSpPr>
        <p:spPr>
          <a:xfrm rot="-1136297">
            <a:off x="5216544" y="2302175"/>
            <a:ext cx="1328303" cy="539157"/>
          </a:xfrm>
          <a:prstGeom prst="rightArrow">
            <a:avLst>
              <a:gd name="adj1" fmla="val 50000"/>
              <a:gd name="adj2" fmla="val 5000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386"/>
        <p:cNvGrpSpPr/>
        <p:nvPr/>
      </p:nvGrpSpPr>
      <p:grpSpPr>
        <a:xfrm>
          <a:off x="0" y="0"/>
          <a:ext cx="0" cy="0"/>
          <a:chOff x="0" y="0"/>
          <a:chExt cx="0" cy="0"/>
        </a:xfrm>
      </p:grpSpPr>
      <p:sp>
        <p:nvSpPr>
          <p:cNvPr id="387" name="Google Shape;387;p50"/>
          <p:cNvSpPr/>
          <p:nvPr/>
        </p:nvSpPr>
        <p:spPr>
          <a:xfrm rot="-2361909">
            <a:off x="4263750" y="2483634"/>
            <a:ext cx="7425501" cy="5191985"/>
          </a:xfrm>
          <a:prstGeom prst="rect">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388" name="Google Shape;388;p50"/>
          <p:cNvSpPr txBox="1">
            <a:spLocks noGrp="1"/>
          </p:cNvSpPr>
          <p:nvPr>
            <p:ph type="title"/>
          </p:nvPr>
        </p:nvSpPr>
        <p:spPr>
          <a:xfrm>
            <a:off x="284850" y="285900"/>
            <a:ext cx="6423900" cy="5757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4400"/>
              <a:t>Wrangling</a:t>
            </a:r>
            <a:endParaRPr sz="4400"/>
          </a:p>
        </p:txBody>
      </p:sp>
      <p:sp>
        <p:nvSpPr>
          <p:cNvPr id="389" name="Google Shape;389;p50"/>
          <p:cNvSpPr txBox="1"/>
          <p:nvPr/>
        </p:nvSpPr>
        <p:spPr>
          <a:xfrm>
            <a:off x="365425" y="950125"/>
            <a:ext cx="8450700" cy="3608700"/>
          </a:xfrm>
          <a:prstGeom prst="rect">
            <a:avLst/>
          </a:prstGeom>
          <a:noFill/>
          <a:ln>
            <a:noFill/>
          </a:ln>
        </p:spPr>
        <p:txBody>
          <a:bodyPr spcFirstLastPara="1" wrap="square" lIns="91425" tIns="91425" rIns="91425" bIns="91425" anchor="t" anchorCtr="0">
            <a:noAutofit/>
          </a:bodyPr>
          <a:lstStyle/>
          <a:p>
            <a:pPr marL="457200" lvl="0" indent="-412750" algn="l" rtl="0">
              <a:spcBef>
                <a:spcPts val="0"/>
              </a:spcBef>
              <a:spcAft>
                <a:spcPts val="0"/>
              </a:spcAft>
              <a:buClr>
                <a:schemeClr val="lt1"/>
              </a:buClr>
              <a:buSzPts val="2900"/>
              <a:buFont typeface="Inter"/>
              <a:buChar char="●"/>
            </a:pPr>
            <a:r>
              <a:rPr lang="en" sz="1900" b="1">
                <a:solidFill>
                  <a:schemeClr val="lt1"/>
                </a:solidFill>
                <a:latin typeface="Inter"/>
                <a:ea typeface="Inter"/>
                <a:cs typeface="Inter"/>
                <a:sym typeface="Inter"/>
              </a:rPr>
              <a:t>Tools:</a:t>
            </a:r>
            <a:r>
              <a:rPr lang="en" sz="1900">
                <a:solidFill>
                  <a:schemeClr val="lt1"/>
                </a:solidFill>
                <a:latin typeface="Inter"/>
                <a:ea typeface="Inter"/>
                <a:cs typeface="Inter"/>
                <a:sym typeface="Inter"/>
              </a:rPr>
              <a:t> DuckDB for large-scale processing (1.08 GB dataset!!)</a:t>
            </a:r>
            <a:endParaRPr sz="1900">
              <a:solidFill>
                <a:schemeClr val="lt1"/>
              </a:solidFill>
              <a:latin typeface="Inter"/>
              <a:ea typeface="Inter"/>
              <a:cs typeface="Inter"/>
              <a:sym typeface="Inter"/>
            </a:endParaRPr>
          </a:p>
          <a:p>
            <a:pPr marL="457200" lvl="0" indent="-412750" algn="l" rtl="0">
              <a:spcBef>
                <a:spcPts val="0"/>
              </a:spcBef>
              <a:spcAft>
                <a:spcPts val="0"/>
              </a:spcAft>
              <a:buClr>
                <a:schemeClr val="lt1"/>
              </a:buClr>
              <a:buSzPts val="2900"/>
              <a:buFont typeface="Inter"/>
              <a:buChar char="●"/>
            </a:pPr>
            <a:r>
              <a:rPr lang="en" sz="1900" b="1">
                <a:solidFill>
                  <a:schemeClr val="lt1"/>
                </a:solidFill>
                <a:latin typeface="Inter"/>
                <a:ea typeface="Inter"/>
                <a:cs typeface="Inter"/>
                <a:sym typeface="Inter"/>
              </a:rPr>
              <a:t>Filtering:</a:t>
            </a:r>
            <a:r>
              <a:rPr lang="en" sz="1900">
                <a:solidFill>
                  <a:schemeClr val="lt1"/>
                </a:solidFill>
                <a:latin typeface="Inter"/>
                <a:ea typeface="Inter"/>
                <a:cs typeface="Inter"/>
                <a:sym typeface="Inter"/>
              </a:rPr>
              <a:t> Extracted Jan-Feb 2020 trips only</a:t>
            </a:r>
            <a:endParaRPr sz="1900">
              <a:solidFill>
                <a:schemeClr val="lt1"/>
              </a:solidFill>
              <a:latin typeface="Inter"/>
              <a:ea typeface="Inter"/>
              <a:cs typeface="Inter"/>
              <a:sym typeface="Inter"/>
            </a:endParaRPr>
          </a:p>
          <a:p>
            <a:pPr marL="457200" lvl="0" indent="-412750" algn="l" rtl="0">
              <a:spcBef>
                <a:spcPts val="0"/>
              </a:spcBef>
              <a:spcAft>
                <a:spcPts val="0"/>
              </a:spcAft>
              <a:buClr>
                <a:schemeClr val="lt1"/>
              </a:buClr>
              <a:buSzPts val="2900"/>
              <a:buFont typeface="Inter"/>
              <a:buChar char="●"/>
            </a:pPr>
            <a:r>
              <a:rPr lang="en" sz="1900" b="1">
                <a:solidFill>
                  <a:schemeClr val="lt1"/>
                </a:solidFill>
                <a:latin typeface="Inter"/>
                <a:ea typeface="Inter"/>
                <a:cs typeface="Inter"/>
                <a:sym typeface="Inter"/>
              </a:rPr>
              <a:t>Quality checks:</a:t>
            </a:r>
            <a:r>
              <a:rPr lang="en" sz="1900">
                <a:solidFill>
                  <a:schemeClr val="lt1"/>
                </a:solidFill>
                <a:latin typeface="Inter"/>
                <a:ea typeface="Inter"/>
                <a:cs typeface="Inter"/>
                <a:sym typeface="Inter"/>
              </a:rPr>
              <a:t> Removed records with missing critical fields (VendorID, pickup/dropoff times, fare amounts)</a:t>
            </a:r>
            <a:endParaRPr sz="1900">
              <a:solidFill>
                <a:schemeClr val="lt1"/>
              </a:solidFill>
              <a:latin typeface="Inter"/>
              <a:ea typeface="Inter"/>
              <a:cs typeface="Inter"/>
              <a:sym typeface="Inter"/>
            </a:endParaRPr>
          </a:p>
          <a:p>
            <a:pPr marL="457200" lvl="0" indent="-412750" algn="l" rtl="0">
              <a:spcBef>
                <a:spcPts val="0"/>
              </a:spcBef>
              <a:spcAft>
                <a:spcPts val="0"/>
              </a:spcAft>
              <a:buClr>
                <a:schemeClr val="lt1"/>
              </a:buClr>
              <a:buSzPts val="2900"/>
              <a:buFont typeface="Inter"/>
              <a:buChar char="●"/>
            </a:pPr>
            <a:r>
              <a:rPr lang="en" sz="1900" b="1">
                <a:solidFill>
                  <a:schemeClr val="lt1"/>
                </a:solidFill>
                <a:latin typeface="Inter"/>
                <a:ea typeface="Inter"/>
                <a:cs typeface="Inter"/>
                <a:sym typeface="Inter"/>
              </a:rPr>
              <a:t>Enrichment:</a:t>
            </a:r>
            <a:r>
              <a:rPr lang="en" sz="1900">
                <a:solidFill>
                  <a:schemeClr val="lt1"/>
                </a:solidFill>
                <a:latin typeface="Inter"/>
                <a:ea typeface="Inter"/>
                <a:cs typeface="Inter"/>
                <a:sym typeface="Inter"/>
              </a:rPr>
              <a:t> Merged with NYC Taxi Zone Lookup to add borough and zone names</a:t>
            </a:r>
            <a:endParaRPr sz="1900">
              <a:solidFill>
                <a:schemeClr val="lt1"/>
              </a:solidFill>
              <a:latin typeface="Inter"/>
              <a:ea typeface="Inter"/>
              <a:cs typeface="Inter"/>
              <a:sym typeface="Inter"/>
            </a:endParaRPr>
          </a:p>
          <a:p>
            <a:pPr marL="457200" lvl="0" indent="-412750" algn="l" rtl="0">
              <a:spcBef>
                <a:spcPts val="0"/>
              </a:spcBef>
              <a:spcAft>
                <a:spcPts val="0"/>
              </a:spcAft>
              <a:buClr>
                <a:schemeClr val="lt1"/>
              </a:buClr>
              <a:buSzPts val="2900"/>
              <a:buFont typeface="Inter"/>
              <a:buChar char="●"/>
            </a:pPr>
            <a:r>
              <a:rPr lang="en" sz="1900" b="1">
                <a:solidFill>
                  <a:schemeClr val="lt1"/>
                </a:solidFill>
                <a:latin typeface="Inter"/>
                <a:ea typeface="Inter"/>
                <a:cs typeface="Inter"/>
                <a:sym typeface="Inter"/>
              </a:rPr>
              <a:t>Result:</a:t>
            </a:r>
            <a:r>
              <a:rPr lang="en" sz="1900">
                <a:solidFill>
                  <a:schemeClr val="lt1"/>
                </a:solidFill>
                <a:latin typeface="Inter"/>
                <a:ea typeface="Inter"/>
                <a:cs typeface="Inter"/>
                <a:sym typeface="Inter"/>
              </a:rPr>
              <a:t> Clean, enriched dataset ready for dimensional modeling</a:t>
            </a:r>
            <a:endParaRPr sz="1900">
              <a:solidFill>
                <a:schemeClr val="lt1"/>
              </a:solidFill>
              <a:latin typeface="Inter"/>
              <a:ea typeface="Inter"/>
              <a:cs typeface="Inter"/>
              <a:sym typeface="Inter"/>
            </a:endParaRPr>
          </a:p>
          <a:p>
            <a:pPr marL="457200" lvl="0" indent="0" algn="l" rtl="0">
              <a:spcBef>
                <a:spcPts val="0"/>
              </a:spcBef>
              <a:spcAft>
                <a:spcPts val="0"/>
              </a:spcAft>
              <a:buNone/>
            </a:pPr>
            <a:endParaRPr sz="1900">
              <a:solidFill>
                <a:schemeClr val="lt1"/>
              </a:solidFill>
              <a:latin typeface="Inter"/>
              <a:ea typeface="Inter"/>
              <a:cs typeface="Inter"/>
              <a:sym typeface="Inter"/>
            </a:endParaRPr>
          </a:p>
          <a:p>
            <a:pPr marL="0" lvl="0" indent="0" algn="l" rtl="0">
              <a:spcBef>
                <a:spcPts val="0"/>
              </a:spcBef>
              <a:spcAft>
                <a:spcPts val="0"/>
              </a:spcAft>
              <a:buNone/>
            </a:pPr>
            <a:endParaRPr sz="1000">
              <a:solidFill>
                <a:schemeClr val="lt1"/>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51"/>
          <p:cNvSpPr txBox="1">
            <a:spLocks noGrp="1"/>
          </p:cNvSpPr>
          <p:nvPr>
            <p:ph type="title"/>
          </p:nvPr>
        </p:nvSpPr>
        <p:spPr>
          <a:xfrm>
            <a:off x="284850" y="285900"/>
            <a:ext cx="6423900" cy="4710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Star Schema Design</a:t>
            </a:r>
            <a:endParaRPr/>
          </a:p>
        </p:txBody>
      </p:sp>
      <p:sp>
        <p:nvSpPr>
          <p:cNvPr id="395" name="Google Shape;395;p51"/>
          <p:cNvSpPr txBox="1"/>
          <p:nvPr/>
        </p:nvSpPr>
        <p:spPr>
          <a:xfrm>
            <a:off x="177300" y="756900"/>
            <a:ext cx="4558800" cy="40086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1200"/>
              </a:spcBef>
              <a:spcAft>
                <a:spcPts val="0"/>
              </a:spcAft>
              <a:buClr>
                <a:schemeClr val="lt1"/>
              </a:buClr>
              <a:buSzPts val="1600"/>
              <a:buChar char="●"/>
            </a:pPr>
            <a:r>
              <a:rPr lang="en" sz="1600" b="1">
                <a:solidFill>
                  <a:schemeClr val="lt1"/>
                </a:solidFill>
                <a:latin typeface="Inter"/>
                <a:ea typeface="Inter"/>
                <a:cs typeface="Inter"/>
                <a:sym typeface="Inter"/>
              </a:rPr>
              <a:t>Architecture:</a:t>
            </a:r>
            <a:r>
              <a:rPr lang="en" sz="1600">
                <a:solidFill>
                  <a:schemeClr val="lt1"/>
                </a:solidFill>
                <a:latin typeface="Inter"/>
                <a:ea typeface="Inter"/>
                <a:cs typeface="Inter"/>
                <a:sym typeface="Inter"/>
              </a:rPr>
              <a:t> Star schema with 1 fact table + 3 dimension tables</a:t>
            </a:r>
            <a:endParaRPr sz="1600">
              <a:solidFill>
                <a:schemeClr val="lt1"/>
              </a:solidFill>
              <a:latin typeface="Inter"/>
              <a:ea typeface="Inter"/>
              <a:cs typeface="Inter"/>
              <a:sym typeface="Inter"/>
            </a:endParaRPr>
          </a:p>
          <a:p>
            <a:pPr marL="457200" lvl="0" indent="-330200" algn="l" rtl="0">
              <a:lnSpc>
                <a:spcPct val="115000"/>
              </a:lnSpc>
              <a:spcBef>
                <a:spcPts val="0"/>
              </a:spcBef>
              <a:spcAft>
                <a:spcPts val="0"/>
              </a:spcAft>
              <a:buClr>
                <a:schemeClr val="lt1"/>
              </a:buClr>
              <a:buSzPts val="1600"/>
              <a:buFont typeface="Inter"/>
              <a:buChar char="●"/>
            </a:pPr>
            <a:r>
              <a:rPr lang="en" sz="1600" b="1">
                <a:solidFill>
                  <a:schemeClr val="lt1"/>
                </a:solidFill>
                <a:latin typeface="Inter"/>
                <a:ea typeface="Inter"/>
                <a:cs typeface="Inter"/>
                <a:sym typeface="Inter"/>
              </a:rPr>
              <a:t>Fact Table (fact_trips):</a:t>
            </a:r>
            <a:endParaRPr sz="1600" b="1">
              <a:solidFill>
                <a:schemeClr val="lt1"/>
              </a:solidFill>
              <a:latin typeface="Inter"/>
              <a:ea typeface="Inter"/>
              <a:cs typeface="Inter"/>
              <a:sym typeface="Inter"/>
            </a:endParaRPr>
          </a:p>
          <a:p>
            <a:pPr marL="914400" lvl="1" indent="-330200" algn="l" rtl="0">
              <a:lnSpc>
                <a:spcPct val="115000"/>
              </a:lnSpc>
              <a:spcBef>
                <a:spcPts val="0"/>
              </a:spcBef>
              <a:spcAft>
                <a:spcPts val="0"/>
              </a:spcAft>
              <a:buClr>
                <a:schemeClr val="lt1"/>
              </a:buClr>
              <a:buSzPts val="1600"/>
              <a:buFont typeface="Inter"/>
              <a:buChar char="○"/>
            </a:pPr>
            <a:r>
              <a:rPr lang="en" sz="1600">
                <a:solidFill>
                  <a:schemeClr val="lt1"/>
                </a:solidFill>
                <a:latin typeface="Inter"/>
                <a:ea typeface="Inter"/>
                <a:cs typeface="Inter"/>
                <a:sym typeface="Inter"/>
              </a:rPr>
              <a:t>Grain: One row per taxi trip</a:t>
            </a:r>
            <a:endParaRPr sz="1600">
              <a:solidFill>
                <a:schemeClr val="lt1"/>
              </a:solidFill>
              <a:latin typeface="Inter"/>
              <a:ea typeface="Inter"/>
              <a:cs typeface="Inter"/>
              <a:sym typeface="Inter"/>
            </a:endParaRPr>
          </a:p>
          <a:p>
            <a:pPr marL="914400" lvl="1" indent="-330200" algn="l" rtl="0">
              <a:lnSpc>
                <a:spcPct val="115000"/>
              </a:lnSpc>
              <a:spcBef>
                <a:spcPts val="0"/>
              </a:spcBef>
              <a:spcAft>
                <a:spcPts val="0"/>
              </a:spcAft>
              <a:buClr>
                <a:schemeClr val="lt1"/>
              </a:buClr>
              <a:buSzPts val="1600"/>
              <a:buFont typeface="Inter"/>
              <a:buChar char="○"/>
            </a:pPr>
            <a:r>
              <a:rPr lang="en" sz="1600">
                <a:solidFill>
                  <a:schemeClr val="lt1"/>
                </a:solidFill>
                <a:latin typeface="Inter"/>
                <a:ea typeface="Inter"/>
                <a:cs typeface="Inter"/>
                <a:sym typeface="Inter"/>
              </a:rPr>
              <a:t>Measures: trip_distance, passenger_count, fare_amount, tip_amount, total_amount, extra, Mta_tax, Tolls_amount, Improvement_surcharge, congestion_surcharge</a:t>
            </a:r>
            <a:endParaRPr sz="1600">
              <a:solidFill>
                <a:schemeClr val="lt1"/>
              </a:solidFill>
              <a:latin typeface="Inter"/>
              <a:ea typeface="Inter"/>
              <a:cs typeface="Inter"/>
              <a:sym typeface="Inter"/>
            </a:endParaRPr>
          </a:p>
          <a:p>
            <a:pPr marL="457200" lvl="0" indent="-330200" algn="l" rtl="0">
              <a:lnSpc>
                <a:spcPct val="115000"/>
              </a:lnSpc>
              <a:spcBef>
                <a:spcPts val="0"/>
              </a:spcBef>
              <a:spcAft>
                <a:spcPts val="0"/>
              </a:spcAft>
              <a:buClr>
                <a:schemeClr val="lt1"/>
              </a:buClr>
              <a:buSzPts val="1600"/>
              <a:buFont typeface="Inter"/>
              <a:buChar char="●"/>
            </a:pPr>
            <a:r>
              <a:rPr lang="en" sz="1600" b="1">
                <a:solidFill>
                  <a:schemeClr val="lt1"/>
                </a:solidFill>
                <a:latin typeface="Inter"/>
                <a:ea typeface="Inter"/>
                <a:cs typeface="Inter"/>
                <a:sym typeface="Inter"/>
              </a:rPr>
              <a:t>Dimension Tables:</a:t>
            </a:r>
            <a:endParaRPr sz="1600" b="1">
              <a:solidFill>
                <a:schemeClr val="lt1"/>
              </a:solidFill>
              <a:latin typeface="Inter"/>
              <a:ea typeface="Inter"/>
              <a:cs typeface="Inter"/>
              <a:sym typeface="Inter"/>
            </a:endParaRPr>
          </a:p>
          <a:p>
            <a:pPr marL="914400" lvl="1" indent="-330200" algn="l" rtl="0">
              <a:lnSpc>
                <a:spcPct val="115000"/>
              </a:lnSpc>
              <a:spcBef>
                <a:spcPts val="0"/>
              </a:spcBef>
              <a:spcAft>
                <a:spcPts val="0"/>
              </a:spcAft>
              <a:buClr>
                <a:schemeClr val="lt1"/>
              </a:buClr>
              <a:buSzPts val="1600"/>
              <a:buFont typeface="Inter"/>
              <a:buChar char="○"/>
            </a:pPr>
            <a:r>
              <a:rPr lang="en" sz="1600">
                <a:solidFill>
                  <a:schemeClr val="lt1"/>
                </a:solidFill>
                <a:latin typeface="Inter"/>
                <a:ea typeface="Inter"/>
                <a:cs typeface="Inter"/>
                <a:sym typeface="Inter"/>
              </a:rPr>
              <a:t>dim_location (265 zones)</a:t>
            </a:r>
            <a:endParaRPr sz="1600">
              <a:solidFill>
                <a:schemeClr val="lt1"/>
              </a:solidFill>
              <a:latin typeface="Inter"/>
              <a:ea typeface="Inter"/>
              <a:cs typeface="Inter"/>
              <a:sym typeface="Inter"/>
            </a:endParaRPr>
          </a:p>
          <a:p>
            <a:pPr marL="914400" lvl="1" indent="-330200" algn="l" rtl="0">
              <a:lnSpc>
                <a:spcPct val="115000"/>
              </a:lnSpc>
              <a:spcBef>
                <a:spcPts val="0"/>
              </a:spcBef>
              <a:spcAft>
                <a:spcPts val="0"/>
              </a:spcAft>
              <a:buClr>
                <a:schemeClr val="lt1"/>
              </a:buClr>
              <a:buSzPts val="1600"/>
              <a:buFont typeface="Inter"/>
              <a:buChar char="○"/>
            </a:pPr>
            <a:r>
              <a:rPr lang="en" sz="1600">
                <a:solidFill>
                  <a:schemeClr val="lt1"/>
                </a:solidFill>
                <a:latin typeface="Inter"/>
                <a:ea typeface="Inter"/>
                <a:cs typeface="Inter"/>
                <a:sym typeface="Inter"/>
              </a:rPr>
              <a:t>dim_datetime (unique timestamps)</a:t>
            </a:r>
            <a:endParaRPr sz="1600">
              <a:solidFill>
                <a:schemeClr val="lt1"/>
              </a:solidFill>
              <a:latin typeface="Inter"/>
              <a:ea typeface="Inter"/>
              <a:cs typeface="Inter"/>
              <a:sym typeface="Inter"/>
            </a:endParaRPr>
          </a:p>
          <a:p>
            <a:pPr marL="914400" lvl="1" indent="-330200" algn="l" rtl="0">
              <a:lnSpc>
                <a:spcPct val="115000"/>
              </a:lnSpc>
              <a:spcBef>
                <a:spcPts val="0"/>
              </a:spcBef>
              <a:spcAft>
                <a:spcPts val="0"/>
              </a:spcAft>
              <a:buClr>
                <a:schemeClr val="lt1"/>
              </a:buClr>
              <a:buSzPts val="1600"/>
              <a:buFont typeface="Inter"/>
              <a:buChar char="○"/>
            </a:pPr>
            <a:r>
              <a:rPr lang="en" sz="1600">
                <a:solidFill>
                  <a:schemeClr val="lt1"/>
                </a:solidFill>
                <a:latin typeface="Inter"/>
                <a:ea typeface="Inter"/>
                <a:cs typeface="Inter"/>
                <a:sym typeface="Inter"/>
              </a:rPr>
              <a:t>dim_payment_type (6 types)</a:t>
            </a:r>
            <a:endParaRPr sz="1600">
              <a:solidFill>
                <a:schemeClr val="lt1"/>
              </a:solidFill>
              <a:latin typeface="Inter"/>
              <a:ea typeface="Inter"/>
              <a:cs typeface="Inter"/>
              <a:sym typeface="Inter"/>
            </a:endParaRPr>
          </a:p>
          <a:p>
            <a:pPr marL="914400" lvl="0" indent="0" algn="l" rtl="0">
              <a:lnSpc>
                <a:spcPct val="115000"/>
              </a:lnSpc>
              <a:spcBef>
                <a:spcPts val="1200"/>
              </a:spcBef>
              <a:spcAft>
                <a:spcPts val="0"/>
              </a:spcAft>
              <a:buNone/>
            </a:pPr>
            <a:endParaRPr sz="1600">
              <a:solidFill>
                <a:schemeClr val="lt1"/>
              </a:solidFill>
              <a:latin typeface="Inter"/>
              <a:ea typeface="Inter"/>
              <a:cs typeface="Inter"/>
              <a:sym typeface="Inter"/>
            </a:endParaRPr>
          </a:p>
          <a:p>
            <a:pPr marL="0" lvl="0" indent="0" algn="l" rtl="0">
              <a:spcBef>
                <a:spcPts val="1200"/>
              </a:spcBef>
              <a:spcAft>
                <a:spcPts val="0"/>
              </a:spcAft>
              <a:buNone/>
            </a:pPr>
            <a:endParaRPr sz="1200">
              <a:solidFill>
                <a:schemeClr val="lt1"/>
              </a:solidFill>
              <a:latin typeface="Inter"/>
              <a:ea typeface="Inter"/>
              <a:cs typeface="Inter"/>
              <a:sym typeface="Inter"/>
            </a:endParaRPr>
          </a:p>
        </p:txBody>
      </p:sp>
      <p:sp>
        <p:nvSpPr>
          <p:cNvPr id="396" name="Google Shape;396;p51"/>
          <p:cNvSpPr txBox="1"/>
          <p:nvPr/>
        </p:nvSpPr>
        <p:spPr>
          <a:xfrm>
            <a:off x="4730850" y="970575"/>
            <a:ext cx="4045200" cy="388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solidFill>
                <a:schemeClr val="lt1"/>
              </a:solidFill>
              <a:latin typeface="Inter"/>
              <a:ea typeface="Inter"/>
              <a:cs typeface="Inter"/>
              <a:sym typeface="Inter"/>
            </a:endParaRPr>
          </a:p>
        </p:txBody>
      </p:sp>
      <p:pic>
        <p:nvPicPr>
          <p:cNvPr id="397" name="Google Shape;397;p51"/>
          <p:cNvPicPr preferRelativeResize="0"/>
          <p:nvPr/>
        </p:nvPicPr>
        <p:blipFill>
          <a:blip r:embed="rId3">
            <a:alphaModFix/>
          </a:blip>
          <a:stretch>
            <a:fillRect/>
          </a:stretch>
        </p:blipFill>
        <p:spPr>
          <a:xfrm>
            <a:off x="4629662" y="756900"/>
            <a:ext cx="4344774" cy="41916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2"/>
          <p:cNvSpPr txBox="1">
            <a:spLocks noGrp="1"/>
          </p:cNvSpPr>
          <p:nvPr>
            <p:ph type="title"/>
          </p:nvPr>
        </p:nvSpPr>
        <p:spPr>
          <a:xfrm>
            <a:off x="284850" y="285900"/>
            <a:ext cx="8159700" cy="7851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3000"/>
              <a:t>Why Not Two Location Dimensions? (Pickup vs Drop Off)</a:t>
            </a:r>
            <a:endParaRPr sz="3000"/>
          </a:p>
        </p:txBody>
      </p:sp>
      <p:sp>
        <p:nvSpPr>
          <p:cNvPr id="403" name="Google Shape;403;p52"/>
          <p:cNvSpPr txBox="1"/>
          <p:nvPr/>
        </p:nvSpPr>
        <p:spPr>
          <a:xfrm>
            <a:off x="354525" y="1301850"/>
            <a:ext cx="17400" cy="7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solidFill>
                <a:schemeClr val="lt1"/>
              </a:solidFill>
              <a:latin typeface="Inter"/>
              <a:ea typeface="Inter"/>
              <a:cs typeface="Inter"/>
              <a:sym typeface="Inter"/>
            </a:endParaRPr>
          </a:p>
        </p:txBody>
      </p:sp>
      <p:sp>
        <p:nvSpPr>
          <p:cNvPr id="404" name="Google Shape;404;p52"/>
          <p:cNvSpPr txBox="1"/>
          <p:nvPr/>
        </p:nvSpPr>
        <p:spPr>
          <a:xfrm>
            <a:off x="371925" y="1423900"/>
            <a:ext cx="331200" cy="76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solidFill>
                <a:schemeClr val="lt1"/>
              </a:solidFill>
              <a:latin typeface="Inter"/>
              <a:ea typeface="Inter"/>
              <a:cs typeface="Inter"/>
              <a:sym typeface="Inter"/>
            </a:endParaRPr>
          </a:p>
        </p:txBody>
      </p:sp>
      <p:sp>
        <p:nvSpPr>
          <p:cNvPr id="405" name="Google Shape;405;p52"/>
          <p:cNvSpPr txBox="1"/>
          <p:nvPr/>
        </p:nvSpPr>
        <p:spPr>
          <a:xfrm>
            <a:off x="243525" y="1149300"/>
            <a:ext cx="8537100" cy="1585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1200"/>
              </a:spcBef>
              <a:spcAft>
                <a:spcPts val="0"/>
              </a:spcAft>
              <a:buClr>
                <a:schemeClr val="lt1"/>
              </a:buClr>
              <a:buSzPts val="1600"/>
              <a:buChar char="●"/>
            </a:pPr>
            <a:r>
              <a:rPr lang="en" sz="1600">
                <a:solidFill>
                  <a:schemeClr val="lt1"/>
                </a:solidFill>
                <a:latin typeface="Inter"/>
                <a:ea typeface="Inter"/>
                <a:cs typeface="Inter"/>
                <a:sym typeface="Inter"/>
              </a:rPr>
              <a:t>Design Choice: One Location Dimension</a:t>
            </a:r>
            <a:endParaRPr sz="1600">
              <a:solidFill>
                <a:schemeClr val="lt1"/>
              </a:solidFill>
              <a:latin typeface="Inter"/>
              <a:ea typeface="Inter"/>
              <a:cs typeface="Inter"/>
              <a:sym typeface="Inter"/>
            </a:endParaRPr>
          </a:p>
          <a:p>
            <a:pPr marL="457200" lvl="0" indent="-330200" algn="l" rtl="0">
              <a:lnSpc>
                <a:spcPct val="115000"/>
              </a:lnSpc>
              <a:spcBef>
                <a:spcPts val="0"/>
              </a:spcBef>
              <a:spcAft>
                <a:spcPts val="0"/>
              </a:spcAft>
              <a:buClr>
                <a:schemeClr val="lt1"/>
              </a:buClr>
              <a:buSzPts val="1600"/>
              <a:buFont typeface="Inter"/>
              <a:buChar char="●"/>
            </a:pPr>
            <a:r>
              <a:rPr lang="en" sz="1600">
                <a:solidFill>
                  <a:schemeClr val="lt1"/>
                </a:solidFill>
              </a:rPr>
              <a:t>Both pickup and dropoff reference the </a:t>
            </a:r>
            <a:r>
              <a:rPr lang="en" sz="1600" b="1">
                <a:solidFill>
                  <a:schemeClr val="lt1"/>
                </a:solidFill>
              </a:rPr>
              <a:t>same</a:t>
            </a:r>
            <a:r>
              <a:rPr lang="en" sz="1600">
                <a:solidFill>
                  <a:schemeClr val="lt1"/>
                </a:solidFill>
              </a:rPr>
              <a:t> dim_location</a:t>
            </a:r>
            <a:endParaRPr sz="1600">
              <a:solidFill>
                <a:schemeClr val="lt1"/>
              </a:solidFill>
            </a:endParaRPr>
          </a:p>
          <a:p>
            <a:pPr marL="457200" lvl="0" indent="-330200" algn="l" rtl="0">
              <a:lnSpc>
                <a:spcPct val="115000"/>
              </a:lnSpc>
              <a:spcBef>
                <a:spcPts val="0"/>
              </a:spcBef>
              <a:spcAft>
                <a:spcPts val="0"/>
              </a:spcAft>
              <a:buClr>
                <a:schemeClr val="lt1"/>
              </a:buClr>
              <a:buSzPts val="1600"/>
              <a:buChar char="●"/>
            </a:pPr>
            <a:r>
              <a:rPr lang="en" sz="1600">
                <a:solidFill>
                  <a:schemeClr val="lt1"/>
                </a:solidFill>
              </a:rPr>
              <a:t>Avoids duplicate dimensions with identical attributes</a:t>
            </a:r>
            <a:endParaRPr sz="1600">
              <a:solidFill>
                <a:schemeClr val="lt1"/>
              </a:solidFill>
            </a:endParaRPr>
          </a:p>
          <a:p>
            <a:pPr marL="457200" lvl="0" indent="-330200" algn="l" rtl="0">
              <a:lnSpc>
                <a:spcPct val="115000"/>
              </a:lnSpc>
              <a:spcBef>
                <a:spcPts val="0"/>
              </a:spcBef>
              <a:spcAft>
                <a:spcPts val="0"/>
              </a:spcAft>
              <a:buClr>
                <a:schemeClr val="lt1"/>
              </a:buClr>
              <a:buSzPts val="1600"/>
              <a:buChar char="●"/>
            </a:pPr>
            <a:r>
              <a:rPr lang="en" sz="1600">
                <a:solidFill>
                  <a:schemeClr val="lt1"/>
                </a:solidFill>
              </a:rPr>
              <a:t>Enables geographic comparisons (pickup vs dropoff)</a:t>
            </a:r>
            <a:endParaRPr sz="1600">
              <a:solidFill>
                <a:schemeClr val="lt1"/>
              </a:solidFill>
            </a:endParaRPr>
          </a:p>
          <a:p>
            <a:pPr marL="457200" lvl="0" indent="-330200" algn="l" rtl="0">
              <a:lnSpc>
                <a:spcPct val="115000"/>
              </a:lnSpc>
              <a:spcBef>
                <a:spcPts val="0"/>
              </a:spcBef>
              <a:spcAft>
                <a:spcPts val="0"/>
              </a:spcAft>
              <a:buClr>
                <a:schemeClr val="lt1"/>
              </a:buClr>
              <a:buSzPts val="1600"/>
              <a:buChar char="●"/>
            </a:pPr>
            <a:r>
              <a:rPr lang="en" sz="1600">
                <a:solidFill>
                  <a:schemeClr val="lt1"/>
                </a:solidFill>
              </a:rPr>
              <a:t>Reduces storage and simplifies ETL</a:t>
            </a:r>
            <a:endParaRPr sz="1600">
              <a:solidFill>
                <a:schemeClr val="lt1"/>
              </a:solidFill>
            </a:endParaRPr>
          </a:p>
          <a:p>
            <a:pPr marL="0" lvl="0" indent="0" algn="l" rtl="0">
              <a:lnSpc>
                <a:spcPct val="115000"/>
              </a:lnSpc>
              <a:spcBef>
                <a:spcPts val="1200"/>
              </a:spcBef>
              <a:spcAft>
                <a:spcPts val="0"/>
              </a:spcAft>
              <a:buNone/>
            </a:pPr>
            <a:endParaRPr sz="1600">
              <a:solidFill>
                <a:schemeClr val="lt1"/>
              </a:solidFill>
            </a:endParaRPr>
          </a:p>
          <a:p>
            <a:pPr marL="0" lvl="0" indent="0" algn="l" rtl="0">
              <a:lnSpc>
                <a:spcPct val="115000"/>
              </a:lnSpc>
              <a:spcBef>
                <a:spcPts val="1200"/>
              </a:spcBef>
              <a:spcAft>
                <a:spcPts val="0"/>
              </a:spcAft>
              <a:buNone/>
            </a:pPr>
            <a:endParaRPr sz="1600">
              <a:solidFill>
                <a:schemeClr val="lt1"/>
              </a:solidFill>
            </a:endParaRPr>
          </a:p>
          <a:p>
            <a:pPr marL="457200" lvl="0" indent="0" algn="l" rtl="0">
              <a:lnSpc>
                <a:spcPct val="115000"/>
              </a:lnSpc>
              <a:spcBef>
                <a:spcPts val="1200"/>
              </a:spcBef>
              <a:spcAft>
                <a:spcPts val="1200"/>
              </a:spcAft>
              <a:buNone/>
            </a:pPr>
            <a:endParaRPr sz="1100">
              <a:solidFill>
                <a:schemeClr val="lt1"/>
              </a:solidFill>
            </a:endParaRPr>
          </a:p>
        </p:txBody>
      </p:sp>
      <p:sp>
        <p:nvSpPr>
          <p:cNvPr id="406" name="Google Shape;406;p52"/>
          <p:cNvSpPr txBox="1"/>
          <p:nvPr/>
        </p:nvSpPr>
        <p:spPr>
          <a:xfrm>
            <a:off x="284850" y="2734500"/>
            <a:ext cx="8159700" cy="680400"/>
          </a:xfrm>
          <a:prstGeom prst="rect">
            <a:avLst/>
          </a:prstGeom>
          <a:noFill/>
          <a:ln>
            <a:noFill/>
          </a:ln>
        </p:spPr>
        <p:txBody>
          <a:bodyPr spcFirstLastPara="1" wrap="square" lIns="91425" tIns="91425" rIns="91425" bIns="91425" anchor="t" anchorCtr="0">
            <a:noAutofit/>
          </a:bodyPr>
          <a:lstStyle/>
          <a:p>
            <a:pPr marL="0" lvl="0" indent="0" algn="l" rtl="0">
              <a:lnSpc>
                <a:spcPct val="85000"/>
              </a:lnSpc>
              <a:spcBef>
                <a:spcPts val="0"/>
              </a:spcBef>
              <a:spcAft>
                <a:spcPts val="0"/>
              </a:spcAft>
              <a:buClr>
                <a:schemeClr val="lt1"/>
              </a:buClr>
              <a:buSzPts val="1100"/>
              <a:buFont typeface="Arial"/>
              <a:buNone/>
            </a:pPr>
            <a:r>
              <a:rPr lang="en" sz="3000">
                <a:solidFill>
                  <a:schemeClr val="lt1"/>
                </a:solidFill>
                <a:latin typeface="Inter"/>
                <a:ea typeface="Inter"/>
                <a:cs typeface="Inter"/>
                <a:sym typeface="Inter"/>
              </a:rPr>
              <a:t>What Analysis Does This Model Support?</a:t>
            </a:r>
            <a:endParaRPr sz="600">
              <a:solidFill>
                <a:schemeClr val="lt1"/>
              </a:solidFill>
              <a:latin typeface="Inter"/>
              <a:ea typeface="Inter"/>
              <a:cs typeface="Inter"/>
              <a:sym typeface="Inter"/>
            </a:endParaRPr>
          </a:p>
        </p:txBody>
      </p:sp>
      <p:sp>
        <p:nvSpPr>
          <p:cNvPr id="407" name="Google Shape;407;p52"/>
          <p:cNvSpPr txBox="1"/>
          <p:nvPr/>
        </p:nvSpPr>
        <p:spPr>
          <a:xfrm>
            <a:off x="371925" y="3277050"/>
            <a:ext cx="4140000" cy="13266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1200"/>
              </a:spcBef>
              <a:spcAft>
                <a:spcPts val="0"/>
              </a:spcAft>
              <a:buClr>
                <a:schemeClr val="lt1"/>
              </a:buClr>
              <a:buSzPts val="2000"/>
              <a:buChar char="●"/>
            </a:pPr>
            <a:r>
              <a:rPr lang="en" sz="1600">
                <a:solidFill>
                  <a:schemeClr val="lt1"/>
                </a:solidFill>
                <a:latin typeface="Inter"/>
                <a:ea typeface="Inter"/>
                <a:cs typeface="Inter"/>
                <a:sym typeface="Inter"/>
              </a:rPr>
              <a:t>Revenue trends by hour/day/month</a:t>
            </a:r>
            <a:endParaRPr sz="1600">
              <a:solidFill>
                <a:schemeClr val="lt1"/>
              </a:solidFill>
              <a:latin typeface="Inter"/>
              <a:ea typeface="Inter"/>
              <a:cs typeface="Inter"/>
              <a:sym typeface="Inter"/>
            </a:endParaRPr>
          </a:p>
          <a:p>
            <a:pPr marL="457200" lvl="0" indent="-355600" algn="l" rtl="0">
              <a:lnSpc>
                <a:spcPct val="115000"/>
              </a:lnSpc>
              <a:spcBef>
                <a:spcPts val="0"/>
              </a:spcBef>
              <a:spcAft>
                <a:spcPts val="0"/>
              </a:spcAft>
              <a:buClr>
                <a:schemeClr val="lt1"/>
              </a:buClr>
              <a:buSzPts val="2000"/>
              <a:buChar char="●"/>
            </a:pPr>
            <a:r>
              <a:rPr lang="en" sz="1600">
                <a:solidFill>
                  <a:schemeClr val="lt1"/>
                </a:solidFill>
                <a:latin typeface="Inter"/>
                <a:ea typeface="Inter"/>
                <a:cs typeface="Inter"/>
                <a:sym typeface="Inter"/>
              </a:rPr>
              <a:t>Location-based demand patterns</a:t>
            </a:r>
            <a:endParaRPr sz="1600">
              <a:solidFill>
                <a:schemeClr val="lt1"/>
              </a:solidFill>
              <a:latin typeface="Inter"/>
              <a:ea typeface="Inter"/>
              <a:cs typeface="Inter"/>
              <a:sym typeface="Inter"/>
            </a:endParaRPr>
          </a:p>
          <a:p>
            <a:pPr marL="457200" lvl="0" indent="-355600" algn="l" rtl="0">
              <a:lnSpc>
                <a:spcPct val="115000"/>
              </a:lnSpc>
              <a:spcBef>
                <a:spcPts val="0"/>
              </a:spcBef>
              <a:spcAft>
                <a:spcPts val="0"/>
              </a:spcAft>
              <a:buClr>
                <a:schemeClr val="lt1"/>
              </a:buClr>
              <a:buSzPts val="2000"/>
              <a:buChar char="●"/>
            </a:pPr>
            <a:r>
              <a:rPr lang="en" sz="1600">
                <a:solidFill>
                  <a:schemeClr val="lt1"/>
                </a:solidFill>
                <a:latin typeface="Inter"/>
                <a:ea typeface="Inter"/>
                <a:cs typeface="Inter"/>
                <a:sym typeface="Inter"/>
              </a:rPr>
              <a:t>Airport vs. city demand quality</a:t>
            </a:r>
            <a:endParaRPr sz="1600">
              <a:solidFill>
                <a:schemeClr val="lt1"/>
              </a:solidFill>
              <a:latin typeface="Inter"/>
              <a:ea typeface="Inter"/>
              <a:cs typeface="Inter"/>
              <a:sym typeface="Inter"/>
            </a:endParaRPr>
          </a:p>
          <a:p>
            <a:pPr marL="0" lvl="0" indent="0" algn="l" rtl="0">
              <a:lnSpc>
                <a:spcPct val="115000"/>
              </a:lnSpc>
              <a:spcBef>
                <a:spcPts val="1200"/>
              </a:spcBef>
              <a:spcAft>
                <a:spcPts val="1200"/>
              </a:spcAft>
              <a:buNone/>
            </a:pPr>
            <a:endParaRPr sz="600">
              <a:solidFill>
                <a:schemeClr val="lt1"/>
              </a:solidFill>
              <a:latin typeface="Inter"/>
              <a:ea typeface="Inter"/>
              <a:cs typeface="Inter"/>
              <a:sym typeface="Inter"/>
            </a:endParaRPr>
          </a:p>
        </p:txBody>
      </p:sp>
      <p:sp>
        <p:nvSpPr>
          <p:cNvPr id="408" name="Google Shape;408;p52"/>
          <p:cNvSpPr txBox="1"/>
          <p:nvPr/>
        </p:nvSpPr>
        <p:spPr>
          <a:xfrm>
            <a:off x="4828950" y="3277050"/>
            <a:ext cx="3946200" cy="1326600"/>
          </a:xfrm>
          <a:prstGeom prst="rect">
            <a:avLst/>
          </a:prstGeom>
          <a:noFill/>
          <a:ln>
            <a:noFill/>
          </a:ln>
        </p:spPr>
        <p:txBody>
          <a:bodyPr spcFirstLastPara="1" wrap="square" lIns="91425" tIns="91425" rIns="91425" bIns="91425" anchor="t" anchorCtr="0">
            <a:noAutofit/>
          </a:bodyPr>
          <a:lstStyle/>
          <a:p>
            <a:pPr marL="457200" lvl="0" indent="-355600" algn="l" rtl="0">
              <a:lnSpc>
                <a:spcPct val="115000"/>
              </a:lnSpc>
              <a:spcBef>
                <a:spcPts val="1200"/>
              </a:spcBef>
              <a:spcAft>
                <a:spcPts val="0"/>
              </a:spcAft>
              <a:buClr>
                <a:schemeClr val="lt1"/>
              </a:buClr>
              <a:buSzPts val="2000"/>
              <a:buChar char="●"/>
            </a:pPr>
            <a:r>
              <a:rPr lang="en" sz="1600">
                <a:solidFill>
                  <a:schemeClr val="lt1"/>
                </a:solidFill>
                <a:latin typeface="Inter"/>
                <a:ea typeface="Inter"/>
                <a:cs typeface="Inter"/>
                <a:sym typeface="Inter"/>
              </a:rPr>
              <a:t>Tip behavior by payment type</a:t>
            </a:r>
            <a:endParaRPr sz="1600">
              <a:solidFill>
                <a:schemeClr val="lt1"/>
              </a:solidFill>
              <a:latin typeface="Inter"/>
              <a:ea typeface="Inter"/>
              <a:cs typeface="Inter"/>
              <a:sym typeface="Inter"/>
            </a:endParaRPr>
          </a:p>
          <a:p>
            <a:pPr marL="457200" lvl="0" indent="-355600" algn="l" rtl="0">
              <a:lnSpc>
                <a:spcPct val="115000"/>
              </a:lnSpc>
              <a:spcBef>
                <a:spcPts val="0"/>
              </a:spcBef>
              <a:spcAft>
                <a:spcPts val="0"/>
              </a:spcAft>
              <a:buClr>
                <a:schemeClr val="lt1"/>
              </a:buClr>
              <a:buSzPts val="2000"/>
              <a:buChar char="●"/>
            </a:pPr>
            <a:r>
              <a:rPr lang="en" sz="1600">
                <a:solidFill>
                  <a:schemeClr val="lt1"/>
                </a:solidFill>
                <a:latin typeface="Inter"/>
                <a:ea typeface="Inter"/>
                <a:cs typeface="Inter"/>
                <a:sym typeface="Inter"/>
              </a:rPr>
              <a:t>Fee impact on profitability</a:t>
            </a:r>
            <a:endParaRPr sz="1600">
              <a:solidFill>
                <a:schemeClr val="lt1"/>
              </a:solidFill>
              <a:latin typeface="Inter"/>
              <a:ea typeface="Inter"/>
              <a:cs typeface="Inter"/>
              <a:sym typeface="Inter"/>
            </a:endParaRPr>
          </a:p>
          <a:p>
            <a:pPr marL="457200" lvl="0" indent="-355600" algn="l" rtl="0">
              <a:lnSpc>
                <a:spcPct val="115000"/>
              </a:lnSpc>
              <a:spcBef>
                <a:spcPts val="0"/>
              </a:spcBef>
              <a:spcAft>
                <a:spcPts val="0"/>
              </a:spcAft>
              <a:buClr>
                <a:schemeClr val="lt1"/>
              </a:buClr>
              <a:buSzPts val="2000"/>
              <a:buChar char="●"/>
            </a:pPr>
            <a:r>
              <a:rPr lang="en" sz="1600">
                <a:solidFill>
                  <a:schemeClr val="lt1"/>
                </a:solidFill>
                <a:latin typeface="Inter"/>
                <a:ea typeface="Inter"/>
                <a:cs typeface="Inter"/>
                <a:sym typeface="Inter"/>
              </a:rPr>
              <a:t>Peak vs. off-peak trip characteristics</a:t>
            </a:r>
            <a:endParaRPr sz="1200">
              <a:solidFill>
                <a:schemeClr val="lt1"/>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2"/>
        <p:cNvGrpSpPr/>
        <p:nvPr/>
      </p:nvGrpSpPr>
      <p:grpSpPr>
        <a:xfrm>
          <a:off x="0" y="0"/>
          <a:ext cx="0" cy="0"/>
          <a:chOff x="0" y="0"/>
          <a:chExt cx="0" cy="0"/>
        </a:xfrm>
      </p:grpSpPr>
      <p:sp>
        <p:nvSpPr>
          <p:cNvPr id="413" name="Google Shape;413;p53"/>
          <p:cNvSpPr/>
          <p:nvPr/>
        </p:nvSpPr>
        <p:spPr>
          <a:xfrm>
            <a:off x="8019525" y="-2790000"/>
            <a:ext cx="4510800" cy="42789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14" name="Google Shape;414;p53"/>
          <p:cNvSpPr/>
          <p:nvPr/>
        </p:nvSpPr>
        <p:spPr>
          <a:xfrm>
            <a:off x="-3240275" y="3432625"/>
            <a:ext cx="4510800" cy="42789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
        <p:nvSpPr>
          <p:cNvPr id="415" name="Google Shape;415;p53"/>
          <p:cNvSpPr txBox="1">
            <a:spLocks noGrp="1"/>
          </p:cNvSpPr>
          <p:nvPr>
            <p:ph type="title"/>
          </p:nvPr>
        </p:nvSpPr>
        <p:spPr>
          <a:xfrm>
            <a:off x="284850" y="285900"/>
            <a:ext cx="8611200" cy="3663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800" dirty="0"/>
              <a:t>Question: Best Locations for Demand &amp; Earnings</a:t>
            </a:r>
            <a:endParaRPr sz="2800" dirty="0"/>
          </a:p>
        </p:txBody>
      </p:sp>
      <p:sp>
        <p:nvSpPr>
          <p:cNvPr id="416" name="Google Shape;416;p53"/>
          <p:cNvSpPr txBox="1"/>
          <p:nvPr/>
        </p:nvSpPr>
        <p:spPr>
          <a:xfrm>
            <a:off x="2577750" y="4039600"/>
            <a:ext cx="3988500" cy="818700"/>
          </a:xfrm>
          <a:prstGeom prst="rect">
            <a:avLst/>
          </a:prstGeom>
          <a:noFill/>
          <a:ln>
            <a:noFill/>
          </a:ln>
        </p:spPr>
        <p:txBody>
          <a:bodyPr spcFirstLastPara="1" wrap="square" lIns="91425" tIns="91425" rIns="91425" bIns="91425" anchor="t" anchorCtr="0">
            <a:noAutofit/>
          </a:bodyPr>
          <a:lstStyle/>
          <a:p>
            <a:pPr marL="457200" lvl="0" indent="-285750" algn="l" rtl="0">
              <a:lnSpc>
                <a:spcPct val="115000"/>
              </a:lnSpc>
              <a:spcBef>
                <a:spcPts val="1200"/>
              </a:spcBef>
              <a:spcAft>
                <a:spcPts val="0"/>
              </a:spcAft>
              <a:buClr>
                <a:schemeClr val="lt1"/>
              </a:buClr>
              <a:buSzPts val="900"/>
              <a:buChar char="●"/>
            </a:pPr>
            <a:r>
              <a:rPr lang="en" sz="900" b="1">
                <a:solidFill>
                  <a:schemeClr val="lt1"/>
                </a:solidFill>
                <a:latin typeface="Inter"/>
                <a:ea typeface="Inter"/>
                <a:cs typeface="Inter"/>
                <a:sym typeface="Inter"/>
              </a:rPr>
              <a:t>High demand:</a:t>
            </a:r>
            <a:r>
              <a:rPr lang="en" sz="900">
                <a:solidFill>
                  <a:schemeClr val="lt1"/>
                </a:solidFill>
                <a:latin typeface="Inter"/>
                <a:ea typeface="Inter"/>
                <a:cs typeface="Inter"/>
                <a:sym typeface="Inter"/>
              </a:rPr>
              <a:t> Upper East Side South, Midtown Center (500K+ trips)</a:t>
            </a:r>
            <a:endParaRPr sz="900">
              <a:solidFill>
                <a:schemeClr val="lt1"/>
              </a:solidFill>
              <a:latin typeface="Inter"/>
              <a:ea typeface="Inter"/>
              <a:cs typeface="Inter"/>
              <a:sym typeface="Inter"/>
            </a:endParaRPr>
          </a:p>
          <a:p>
            <a:pPr marL="457200" lvl="0" indent="-285750" algn="l" rtl="0">
              <a:lnSpc>
                <a:spcPct val="115000"/>
              </a:lnSpc>
              <a:spcBef>
                <a:spcPts val="0"/>
              </a:spcBef>
              <a:spcAft>
                <a:spcPts val="0"/>
              </a:spcAft>
              <a:buClr>
                <a:schemeClr val="lt1"/>
              </a:buClr>
              <a:buSzPts val="900"/>
              <a:buChar char="●"/>
            </a:pPr>
            <a:r>
              <a:rPr lang="en" sz="900" b="1">
                <a:solidFill>
                  <a:schemeClr val="lt1"/>
                </a:solidFill>
                <a:latin typeface="Inter"/>
                <a:ea typeface="Inter"/>
                <a:cs typeface="Inter"/>
                <a:sym typeface="Inter"/>
              </a:rPr>
              <a:t>High earnings: </a:t>
            </a:r>
            <a:r>
              <a:rPr lang="en" sz="900">
                <a:solidFill>
                  <a:schemeClr val="lt1"/>
                </a:solidFill>
                <a:latin typeface="Inter"/>
                <a:ea typeface="Inter"/>
                <a:cs typeface="Inter"/>
                <a:sym typeface="Inter"/>
              </a:rPr>
              <a:t>JFK Airport ($53 avg fare)</a:t>
            </a:r>
            <a:endParaRPr sz="900">
              <a:solidFill>
                <a:schemeClr val="lt1"/>
              </a:solidFill>
              <a:latin typeface="Inter"/>
              <a:ea typeface="Inter"/>
              <a:cs typeface="Inter"/>
              <a:sym typeface="Inter"/>
            </a:endParaRPr>
          </a:p>
          <a:p>
            <a:pPr marL="457200" lvl="0" indent="-285750" algn="l" rtl="0">
              <a:lnSpc>
                <a:spcPct val="115000"/>
              </a:lnSpc>
              <a:spcBef>
                <a:spcPts val="0"/>
              </a:spcBef>
              <a:spcAft>
                <a:spcPts val="0"/>
              </a:spcAft>
              <a:buClr>
                <a:schemeClr val="lt1"/>
              </a:buClr>
              <a:buSzPts val="900"/>
              <a:buChar char="●"/>
            </a:pPr>
            <a:r>
              <a:rPr lang="en" sz="900" b="1">
                <a:solidFill>
                  <a:schemeClr val="lt1"/>
                </a:solidFill>
                <a:latin typeface="Inter"/>
                <a:ea typeface="Inter"/>
                <a:cs typeface="Inter"/>
                <a:sym typeface="Inter"/>
              </a:rPr>
              <a:t>Sweet spot: </a:t>
            </a:r>
            <a:r>
              <a:rPr lang="en" sz="900">
                <a:solidFill>
                  <a:schemeClr val="lt1"/>
                </a:solidFill>
                <a:latin typeface="Inter"/>
                <a:ea typeface="Inter"/>
                <a:cs typeface="Inter"/>
                <a:sym typeface="Inter"/>
              </a:rPr>
              <a:t>Manhattan core zones combine both</a:t>
            </a:r>
            <a:endParaRPr sz="900">
              <a:solidFill>
                <a:schemeClr val="lt1"/>
              </a:solidFill>
              <a:latin typeface="Inter"/>
              <a:ea typeface="Inter"/>
              <a:cs typeface="Inter"/>
              <a:sym typeface="Inter"/>
            </a:endParaRPr>
          </a:p>
          <a:p>
            <a:pPr marL="457200" lvl="0" indent="0" algn="l" rtl="0">
              <a:lnSpc>
                <a:spcPct val="115000"/>
              </a:lnSpc>
              <a:spcBef>
                <a:spcPts val="1200"/>
              </a:spcBef>
              <a:spcAft>
                <a:spcPts val="0"/>
              </a:spcAft>
              <a:buNone/>
            </a:pPr>
            <a:endParaRPr sz="2000" b="1">
              <a:solidFill>
                <a:schemeClr val="lt1"/>
              </a:solidFill>
              <a:latin typeface="Inter"/>
              <a:ea typeface="Inter"/>
              <a:cs typeface="Inter"/>
              <a:sym typeface="Inter"/>
            </a:endParaRPr>
          </a:p>
          <a:p>
            <a:pPr marL="0" lvl="0" indent="0" algn="l" rtl="0">
              <a:lnSpc>
                <a:spcPct val="115000"/>
              </a:lnSpc>
              <a:spcBef>
                <a:spcPts val="1200"/>
              </a:spcBef>
              <a:spcAft>
                <a:spcPts val="0"/>
              </a:spcAft>
              <a:buNone/>
            </a:pPr>
            <a:endParaRPr sz="1600" b="1">
              <a:solidFill>
                <a:schemeClr val="lt1"/>
              </a:solidFill>
              <a:latin typeface="Inter"/>
              <a:ea typeface="Inter"/>
              <a:cs typeface="Inter"/>
              <a:sym typeface="Inter"/>
            </a:endParaRPr>
          </a:p>
          <a:p>
            <a:pPr marL="0" lvl="0" indent="0" algn="l" rtl="0">
              <a:spcBef>
                <a:spcPts val="1200"/>
              </a:spcBef>
              <a:spcAft>
                <a:spcPts val="0"/>
              </a:spcAft>
              <a:buNone/>
            </a:pPr>
            <a:endParaRPr sz="1200">
              <a:solidFill>
                <a:schemeClr val="lt1"/>
              </a:solidFill>
              <a:latin typeface="Inter"/>
              <a:ea typeface="Inter"/>
              <a:cs typeface="Inter"/>
              <a:sym typeface="Inter"/>
            </a:endParaRPr>
          </a:p>
        </p:txBody>
      </p:sp>
      <p:pic>
        <p:nvPicPr>
          <p:cNvPr id="417" name="Google Shape;417;p53" title="Screenshot 2025-12-10 at 6.48.03 PM.png"/>
          <p:cNvPicPr preferRelativeResize="0"/>
          <p:nvPr/>
        </p:nvPicPr>
        <p:blipFill>
          <a:blip r:embed="rId3">
            <a:alphaModFix/>
          </a:blip>
          <a:stretch>
            <a:fillRect/>
          </a:stretch>
        </p:blipFill>
        <p:spPr>
          <a:xfrm>
            <a:off x="475538" y="818207"/>
            <a:ext cx="8073083" cy="30826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1"/>
        <p:cNvGrpSpPr/>
        <p:nvPr/>
      </p:nvGrpSpPr>
      <p:grpSpPr>
        <a:xfrm>
          <a:off x="0" y="0"/>
          <a:ext cx="0" cy="0"/>
          <a:chOff x="0" y="0"/>
          <a:chExt cx="0" cy="0"/>
        </a:xfrm>
      </p:grpSpPr>
      <p:sp>
        <p:nvSpPr>
          <p:cNvPr id="422" name="Google Shape;422;p54"/>
          <p:cNvSpPr txBox="1">
            <a:spLocks noGrp="1"/>
          </p:cNvSpPr>
          <p:nvPr>
            <p:ph type="title"/>
          </p:nvPr>
        </p:nvSpPr>
        <p:spPr>
          <a:xfrm>
            <a:off x="284850" y="285900"/>
            <a:ext cx="8611200" cy="3663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800" dirty="0"/>
              <a:t>Question: Revenue Lost to Mandatory Fees</a:t>
            </a:r>
            <a:endParaRPr sz="2800" dirty="0"/>
          </a:p>
        </p:txBody>
      </p:sp>
      <p:sp>
        <p:nvSpPr>
          <p:cNvPr id="423" name="Google Shape;423;p54"/>
          <p:cNvSpPr txBox="1"/>
          <p:nvPr/>
        </p:nvSpPr>
        <p:spPr>
          <a:xfrm>
            <a:off x="2577750" y="4039600"/>
            <a:ext cx="3988500" cy="818700"/>
          </a:xfrm>
          <a:prstGeom prst="rect">
            <a:avLst/>
          </a:prstGeom>
          <a:noFill/>
          <a:ln>
            <a:noFill/>
          </a:ln>
        </p:spPr>
        <p:txBody>
          <a:bodyPr spcFirstLastPara="1" wrap="square" lIns="91425" tIns="91425" rIns="91425" bIns="91425" anchor="t" anchorCtr="0">
            <a:noAutofit/>
          </a:bodyPr>
          <a:lstStyle/>
          <a:p>
            <a:pPr marL="457200" lvl="0" indent="-285750" algn="l" rtl="0">
              <a:lnSpc>
                <a:spcPct val="115000"/>
              </a:lnSpc>
              <a:spcBef>
                <a:spcPts val="1200"/>
              </a:spcBef>
              <a:spcAft>
                <a:spcPts val="0"/>
              </a:spcAft>
              <a:buClr>
                <a:schemeClr val="lt1"/>
              </a:buClr>
              <a:buSzPts val="900"/>
              <a:buChar char="●"/>
            </a:pPr>
            <a:r>
              <a:rPr lang="en" sz="900" b="1">
                <a:solidFill>
                  <a:schemeClr val="lt1"/>
                </a:solidFill>
                <a:latin typeface="Inter"/>
                <a:ea typeface="Inter"/>
                <a:cs typeface="Inter"/>
                <a:sym typeface="Inter"/>
              </a:rPr>
              <a:t>Mandatory fees: </a:t>
            </a:r>
            <a:r>
              <a:rPr lang="en" sz="900">
                <a:solidFill>
                  <a:schemeClr val="lt1"/>
                </a:solidFill>
                <a:latin typeface="Inter"/>
                <a:ea typeface="Inter"/>
                <a:cs typeface="Inter"/>
                <a:sym typeface="Inter"/>
              </a:rPr>
              <a:t>15.9% of total revenue</a:t>
            </a:r>
            <a:endParaRPr sz="900">
              <a:solidFill>
                <a:schemeClr val="lt1"/>
              </a:solidFill>
              <a:latin typeface="Inter"/>
              <a:ea typeface="Inter"/>
              <a:cs typeface="Inter"/>
              <a:sym typeface="Inter"/>
            </a:endParaRPr>
          </a:p>
          <a:p>
            <a:pPr marL="457200" lvl="0" indent="-285750" algn="l" rtl="0">
              <a:lnSpc>
                <a:spcPct val="115000"/>
              </a:lnSpc>
              <a:spcBef>
                <a:spcPts val="0"/>
              </a:spcBef>
              <a:spcAft>
                <a:spcPts val="0"/>
              </a:spcAft>
              <a:buClr>
                <a:schemeClr val="lt1"/>
              </a:buClr>
              <a:buSzPts val="900"/>
              <a:buChar char="●"/>
            </a:pPr>
            <a:r>
              <a:rPr lang="en" sz="900" b="1">
                <a:solidFill>
                  <a:schemeClr val="lt1"/>
                </a:solidFill>
                <a:latin typeface="Inter"/>
                <a:ea typeface="Inter"/>
                <a:cs typeface="Inter"/>
                <a:sym typeface="Inter"/>
              </a:rPr>
              <a:t>Congestion surcharge: </a:t>
            </a:r>
            <a:r>
              <a:rPr lang="en" sz="900">
                <a:solidFill>
                  <a:schemeClr val="lt1"/>
                </a:solidFill>
                <a:latin typeface="Inter"/>
                <a:ea typeface="Inter"/>
                <a:cs typeface="Inter"/>
                <a:sym typeface="Inter"/>
              </a:rPr>
              <a:t>Largest component</a:t>
            </a:r>
            <a:endParaRPr sz="900">
              <a:solidFill>
                <a:schemeClr val="lt1"/>
              </a:solidFill>
              <a:latin typeface="Inter"/>
              <a:ea typeface="Inter"/>
              <a:cs typeface="Inter"/>
              <a:sym typeface="Inter"/>
            </a:endParaRPr>
          </a:p>
          <a:p>
            <a:pPr marL="457200" lvl="0" indent="-285750" algn="l" rtl="0">
              <a:lnSpc>
                <a:spcPct val="115000"/>
              </a:lnSpc>
              <a:spcBef>
                <a:spcPts val="0"/>
              </a:spcBef>
              <a:spcAft>
                <a:spcPts val="0"/>
              </a:spcAft>
              <a:buClr>
                <a:schemeClr val="lt1"/>
              </a:buClr>
              <a:buSzPts val="900"/>
              <a:buChar char="●"/>
            </a:pPr>
            <a:r>
              <a:rPr lang="en" sz="900" b="1">
                <a:solidFill>
                  <a:schemeClr val="lt1"/>
                </a:solidFill>
                <a:latin typeface="Inter"/>
                <a:ea typeface="Inter"/>
                <a:cs typeface="Inter"/>
                <a:sym typeface="Inter"/>
              </a:rPr>
              <a:t>Impact: </a:t>
            </a:r>
            <a:r>
              <a:rPr lang="en" sz="900">
                <a:solidFill>
                  <a:schemeClr val="lt1"/>
                </a:solidFill>
                <a:latin typeface="Inter"/>
                <a:ea typeface="Inter"/>
                <a:cs typeface="Inter"/>
                <a:sym typeface="Inter"/>
              </a:rPr>
              <a:t>Significant revenue never reaches drivers</a:t>
            </a:r>
            <a:endParaRPr sz="900">
              <a:solidFill>
                <a:schemeClr val="lt1"/>
              </a:solidFill>
              <a:latin typeface="Inter"/>
              <a:ea typeface="Inter"/>
              <a:cs typeface="Inter"/>
              <a:sym typeface="Inter"/>
            </a:endParaRPr>
          </a:p>
          <a:p>
            <a:pPr marL="457200" lvl="0" indent="0" algn="l" rtl="0">
              <a:lnSpc>
                <a:spcPct val="115000"/>
              </a:lnSpc>
              <a:spcBef>
                <a:spcPts val="1200"/>
              </a:spcBef>
              <a:spcAft>
                <a:spcPts val="0"/>
              </a:spcAft>
              <a:buNone/>
            </a:pPr>
            <a:endParaRPr sz="2000" b="1">
              <a:solidFill>
                <a:schemeClr val="lt1"/>
              </a:solidFill>
              <a:latin typeface="Inter"/>
              <a:ea typeface="Inter"/>
              <a:cs typeface="Inter"/>
              <a:sym typeface="Inter"/>
            </a:endParaRPr>
          </a:p>
          <a:p>
            <a:pPr marL="0" lvl="0" indent="0" algn="l" rtl="0">
              <a:lnSpc>
                <a:spcPct val="115000"/>
              </a:lnSpc>
              <a:spcBef>
                <a:spcPts val="1200"/>
              </a:spcBef>
              <a:spcAft>
                <a:spcPts val="0"/>
              </a:spcAft>
              <a:buNone/>
            </a:pPr>
            <a:endParaRPr sz="1600" b="1">
              <a:solidFill>
                <a:schemeClr val="lt1"/>
              </a:solidFill>
              <a:latin typeface="Inter"/>
              <a:ea typeface="Inter"/>
              <a:cs typeface="Inter"/>
              <a:sym typeface="Inter"/>
            </a:endParaRPr>
          </a:p>
          <a:p>
            <a:pPr marL="0" lvl="0" indent="0" algn="l" rtl="0">
              <a:spcBef>
                <a:spcPts val="1200"/>
              </a:spcBef>
              <a:spcAft>
                <a:spcPts val="0"/>
              </a:spcAft>
              <a:buNone/>
            </a:pPr>
            <a:endParaRPr sz="1200">
              <a:solidFill>
                <a:schemeClr val="lt1"/>
              </a:solidFill>
              <a:latin typeface="Inter"/>
              <a:ea typeface="Inter"/>
              <a:cs typeface="Inter"/>
              <a:sym typeface="Inter"/>
            </a:endParaRPr>
          </a:p>
        </p:txBody>
      </p:sp>
      <p:pic>
        <p:nvPicPr>
          <p:cNvPr id="424" name="Google Shape;424;p54" title="Screenshot 2025-12-10 at 6.52.17 PM.png"/>
          <p:cNvPicPr preferRelativeResize="0"/>
          <p:nvPr/>
        </p:nvPicPr>
        <p:blipFill>
          <a:blip r:embed="rId3">
            <a:alphaModFix/>
          </a:blip>
          <a:stretch>
            <a:fillRect/>
          </a:stretch>
        </p:blipFill>
        <p:spPr>
          <a:xfrm>
            <a:off x="1295738" y="804600"/>
            <a:ext cx="6432673" cy="30826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55"/>
          <p:cNvSpPr txBox="1">
            <a:spLocks noGrp="1"/>
          </p:cNvSpPr>
          <p:nvPr>
            <p:ph type="title"/>
          </p:nvPr>
        </p:nvSpPr>
        <p:spPr>
          <a:xfrm>
            <a:off x="284850" y="285900"/>
            <a:ext cx="6423900" cy="9420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Key Insights for NYC Taxi Operations</a:t>
            </a:r>
            <a:endParaRPr/>
          </a:p>
        </p:txBody>
      </p:sp>
      <p:sp>
        <p:nvSpPr>
          <p:cNvPr id="430" name="Google Shape;430;p55"/>
          <p:cNvSpPr txBox="1"/>
          <p:nvPr/>
        </p:nvSpPr>
        <p:spPr>
          <a:xfrm>
            <a:off x="320375" y="1290200"/>
            <a:ext cx="4251600" cy="3160500"/>
          </a:xfrm>
          <a:prstGeom prst="rect">
            <a:avLst/>
          </a:prstGeom>
          <a:noFill/>
          <a:ln>
            <a:noFill/>
          </a:ln>
        </p:spPr>
        <p:txBody>
          <a:bodyPr spcFirstLastPara="1" wrap="square" lIns="91425" tIns="91425" rIns="91425" bIns="91425" anchor="t" anchorCtr="0">
            <a:noAutofit/>
          </a:bodyPr>
          <a:lstStyle/>
          <a:p>
            <a:pPr marL="457200" lvl="0" indent="-323850" algn="l" rtl="0">
              <a:spcBef>
                <a:spcPts val="0"/>
              </a:spcBef>
              <a:spcAft>
                <a:spcPts val="0"/>
              </a:spcAft>
              <a:buClr>
                <a:schemeClr val="lt1"/>
              </a:buClr>
              <a:buSzPts val="1500"/>
              <a:buChar char="●"/>
            </a:pPr>
            <a:r>
              <a:rPr lang="en" sz="1500" b="1">
                <a:solidFill>
                  <a:schemeClr val="lt1"/>
                </a:solidFill>
              </a:rPr>
              <a:t>Location strategy:</a:t>
            </a:r>
            <a:r>
              <a:rPr lang="en" sz="1500">
                <a:solidFill>
                  <a:schemeClr val="lt1"/>
                </a:solidFill>
              </a:rPr>
              <a:t> Focus on Manhattan core for balanced demand and earnings</a:t>
            </a:r>
            <a:endParaRPr sz="1500">
              <a:solidFill>
                <a:schemeClr val="lt1"/>
              </a:solidFill>
            </a:endParaRPr>
          </a:p>
          <a:p>
            <a:pPr marL="457200" lvl="0" indent="-323850" algn="l" rtl="0">
              <a:spcBef>
                <a:spcPts val="0"/>
              </a:spcBef>
              <a:spcAft>
                <a:spcPts val="0"/>
              </a:spcAft>
              <a:buClr>
                <a:schemeClr val="lt1"/>
              </a:buClr>
              <a:buSzPts val="1500"/>
              <a:buChar char="●"/>
            </a:pPr>
            <a:r>
              <a:rPr lang="en" sz="1500" b="1">
                <a:solidFill>
                  <a:schemeClr val="lt1"/>
                </a:solidFill>
              </a:rPr>
              <a:t>Payment preference:</a:t>
            </a:r>
            <a:r>
              <a:rPr lang="en" sz="1500">
                <a:solidFill>
                  <a:schemeClr val="lt1"/>
                </a:solidFill>
              </a:rPr>
              <a:t> Credit cards provide transparent, higher recorded tips</a:t>
            </a:r>
            <a:endParaRPr sz="1500">
              <a:solidFill>
                <a:schemeClr val="lt1"/>
              </a:solidFill>
            </a:endParaRPr>
          </a:p>
          <a:p>
            <a:pPr marL="457200" lvl="0" indent="-323850" algn="l" rtl="0">
              <a:spcBef>
                <a:spcPts val="0"/>
              </a:spcBef>
              <a:spcAft>
                <a:spcPts val="0"/>
              </a:spcAft>
              <a:buClr>
                <a:schemeClr val="lt1"/>
              </a:buClr>
              <a:buSzPts val="1500"/>
              <a:buChar char="●"/>
            </a:pPr>
            <a:r>
              <a:rPr lang="en" sz="1500" b="1">
                <a:solidFill>
                  <a:schemeClr val="lt1"/>
                </a:solidFill>
              </a:rPr>
              <a:t>Fee awareness:</a:t>
            </a:r>
            <a:r>
              <a:rPr lang="en" sz="1500">
                <a:solidFill>
                  <a:schemeClr val="lt1"/>
                </a:solidFill>
              </a:rPr>
              <a:t> 16% of revenue goes to mandatory fees, impacting driver income</a:t>
            </a:r>
            <a:endParaRPr sz="1500">
              <a:solidFill>
                <a:schemeClr val="lt1"/>
              </a:solidFill>
            </a:endParaRPr>
          </a:p>
          <a:p>
            <a:pPr marL="457200" lvl="0" indent="-323850" algn="l" rtl="0">
              <a:spcBef>
                <a:spcPts val="0"/>
              </a:spcBef>
              <a:spcAft>
                <a:spcPts val="0"/>
              </a:spcAft>
              <a:buClr>
                <a:schemeClr val="lt1"/>
              </a:buClr>
              <a:buSzPts val="1500"/>
              <a:buChar char="●"/>
            </a:pPr>
            <a:r>
              <a:rPr lang="en" sz="1500" b="1">
                <a:solidFill>
                  <a:schemeClr val="lt1"/>
                </a:solidFill>
              </a:rPr>
              <a:t>Timing optimization:</a:t>
            </a:r>
            <a:r>
              <a:rPr lang="en" sz="1500">
                <a:solidFill>
                  <a:schemeClr val="lt1"/>
                </a:solidFill>
              </a:rPr>
              <a:t> Night and afternoon shifts maximize profitability</a:t>
            </a:r>
            <a:endParaRPr sz="1500">
              <a:solidFill>
                <a:schemeClr val="lt1"/>
              </a:solidFill>
            </a:endParaRPr>
          </a:p>
          <a:p>
            <a:pPr marL="457200" lvl="0" indent="-323850" algn="l" rtl="0">
              <a:spcBef>
                <a:spcPts val="0"/>
              </a:spcBef>
              <a:spcAft>
                <a:spcPts val="0"/>
              </a:spcAft>
              <a:buClr>
                <a:schemeClr val="lt1"/>
              </a:buClr>
              <a:buSzPts val="1500"/>
              <a:buChar char="●"/>
            </a:pPr>
            <a:r>
              <a:rPr lang="en" sz="1500" b="1">
                <a:solidFill>
                  <a:schemeClr val="lt1"/>
                </a:solidFill>
              </a:rPr>
              <a:t>Future work:</a:t>
            </a:r>
            <a:r>
              <a:rPr lang="en" sz="1500">
                <a:solidFill>
                  <a:schemeClr val="lt1"/>
                </a:solidFill>
              </a:rPr>
              <a:t> Analyze seasonal patterns, COVID impact, competition from rideshares</a:t>
            </a:r>
            <a:endParaRPr sz="1500">
              <a:solidFill>
                <a:schemeClr val="lt1"/>
              </a:solidFill>
            </a:endParaRPr>
          </a:p>
          <a:p>
            <a:pPr marL="0" lvl="0" indent="0" algn="l" rtl="0">
              <a:spcBef>
                <a:spcPts val="0"/>
              </a:spcBef>
              <a:spcAft>
                <a:spcPts val="0"/>
              </a:spcAft>
              <a:buNone/>
            </a:pPr>
            <a:endParaRPr sz="1200">
              <a:solidFill>
                <a:schemeClr val="lt1"/>
              </a:solidFill>
              <a:latin typeface="Inter"/>
              <a:ea typeface="Inter"/>
              <a:cs typeface="Inter"/>
              <a:sym typeface="Inter"/>
            </a:endParaRPr>
          </a:p>
        </p:txBody>
      </p:sp>
      <p:pic>
        <p:nvPicPr>
          <p:cNvPr id="431" name="Google Shape;431;p55" title="—Pngtree—gray new york empire state_4117532.png"/>
          <p:cNvPicPr preferRelativeResize="0"/>
          <p:nvPr/>
        </p:nvPicPr>
        <p:blipFill>
          <a:blip r:embed="rId3">
            <a:alphaModFix/>
          </a:blip>
          <a:stretch>
            <a:fillRect/>
          </a:stretch>
        </p:blipFill>
        <p:spPr>
          <a:xfrm>
            <a:off x="5269875" y="1013138"/>
            <a:ext cx="3246275" cy="3246275"/>
          </a:xfrm>
          <a:prstGeom prst="rect">
            <a:avLst/>
          </a:prstGeom>
          <a:noFill/>
          <a:ln>
            <a:noFill/>
          </a:ln>
        </p:spPr>
      </p:pic>
    </p:spTree>
  </p:cSld>
  <p:clrMapOvr>
    <a:masterClrMapping/>
  </p:clrMapOvr>
</p:sld>
</file>

<file path=ppt/theme/theme1.xml><?xml version="1.0" encoding="utf-8"?>
<a:theme xmlns:a="http://schemas.openxmlformats.org/drawingml/2006/main" name="Project timeline/workflow presentation | Style 2 | Subway">
  <a:themeElements>
    <a:clrScheme name="Simple Light">
      <a:dk1>
        <a:srgbClr val="FAFAFA"/>
      </a:dk1>
      <a:lt1>
        <a:srgbClr val="000000"/>
      </a:lt1>
      <a:dk2>
        <a:srgbClr val="F0EEE2"/>
      </a:dk2>
      <a:lt2>
        <a:srgbClr val="B7B7B7"/>
      </a:lt2>
      <a:accent1>
        <a:srgbClr val="FFDD04"/>
      </a:accent1>
      <a:accent2>
        <a:srgbClr val="E0D54B"/>
      </a:accent2>
      <a:accent3>
        <a:srgbClr val="2443FF"/>
      </a:accent3>
      <a:accent4>
        <a:srgbClr val="92A1FF"/>
      </a:accent4>
      <a:accent5>
        <a:srgbClr val="F8992B"/>
      </a:accent5>
      <a:accent6>
        <a:srgbClr val="FDCC9C"/>
      </a:accent6>
      <a:hlink>
        <a:srgbClr val="FF0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526</Words>
  <Application>Microsoft Office PowerPoint</Application>
  <PresentationFormat>On-screen Show (16:9)</PresentationFormat>
  <Paragraphs>90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Inter</vt:lpstr>
      <vt:lpstr>Arial</vt:lpstr>
      <vt:lpstr>Project timeline/workflow presentation | Style 2 | Subway</vt:lpstr>
      <vt:lpstr>Riding the Data: An Analysis of NYC’s Taxi Economy</vt:lpstr>
      <vt:lpstr>Dataset Overview</vt:lpstr>
      <vt:lpstr>Dataset Overview</vt:lpstr>
      <vt:lpstr>Wrangling</vt:lpstr>
      <vt:lpstr>Star Schema Design</vt:lpstr>
      <vt:lpstr>Why Not Two Location Dimensions? (Pickup vs Drop Off)</vt:lpstr>
      <vt:lpstr>Question: Best Locations for Demand &amp; Earnings</vt:lpstr>
      <vt:lpstr>Question: Revenue Lost to Mandatory Fees</vt:lpstr>
      <vt:lpstr>Key Insights for NYC Taxi Operations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Mushtaq, Hesham</cp:lastModifiedBy>
  <cp:revision>2</cp:revision>
  <dcterms:modified xsi:type="dcterms:W3CDTF">2026-04-14T20:55:34Z</dcterms:modified>
</cp:coreProperties>
</file>